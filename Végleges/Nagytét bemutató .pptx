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9"/>
  </p:notesMasterIdLst>
  <p:sldIdLst>
    <p:sldId id="256" r:id="rId2"/>
    <p:sldId id="257" r:id="rId3"/>
    <p:sldId id="280" r:id="rId4"/>
    <p:sldId id="259" r:id="rId5"/>
    <p:sldId id="276" r:id="rId6"/>
    <p:sldId id="270" r:id="rId7"/>
    <p:sldId id="274" r:id="rId8"/>
    <p:sldId id="277" r:id="rId9"/>
    <p:sldId id="272" r:id="rId10"/>
    <p:sldId id="279" r:id="rId11"/>
    <p:sldId id="261" r:id="rId12"/>
    <p:sldId id="278" r:id="rId13"/>
    <p:sldId id="265" r:id="rId14"/>
    <p:sldId id="275" r:id="rId15"/>
    <p:sldId id="273" r:id="rId16"/>
    <p:sldId id="268" r:id="rId17"/>
    <p:sldId id="266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0DFE3-1D72-E4A9-34D1-E6DF12434F0E}" v="2726" dt="2026-04-26T16:09:40.047"/>
    <p1510:client id="{3871D77A-001E-A88D-B76B-C8C336D1125B}" v="1189" dt="2026-04-26T15:44:22.710"/>
    <p1510:client id="{A9C0BBF7-4488-2847-C494-755A0C045D10}" v="69" dt="2026-04-26T15:53:29.395"/>
    <p1510:client id="{60A50AD9-D214-53B2-1E0E-5A08AEFDFA2E}" v="27" dt="2026-04-26T16:07:46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748EF8-3BF3-449F-BF13-75F708C4F1C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03BB54-4D61-4EB5-AA67-C5C00F7B0E29}">
      <dgm:prSet/>
      <dgm:spPr/>
      <dgm:t>
        <a:bodyPr/>
        <a:lstStyle/>
        <a:p>
          <a:r>
            <a:rPr lang="hu-HU" dirty="0">
              <a:latin typeface="Times New Roman"/>
              <a:cs typeface="Times New Roman"/>
            </a:rPr>
            <a:t>Miért ezt a projektet választottuk?</a:t>
          </a:r>
          <a:endParaRPr lang="en-US" dirty="0">
            <a:latin typeface="Times New Roman"/>
            <a:cs typeface="Times New Roman"/>
          </a:endParaRPr>
        </a:p>
      </dgm:t>
    </dgm:pt>
    <dgm:pt modelId="{E071679C-994D-4329-A35E-8FB7AB3C808A}" type="parTrans" cxnId="{4971EC97-EAE2-4134-83F5-82B260C50D1D}">
      <dgm:prSet/>
      <dgm:spPr/>
      <dgm:t>
        <a:bodyPr/>
        <a:lstStyle/>
        <a:p>
          <a:endParaRPr lang="en-US"/>
        </a:p>
      </dgm:t>
    </dgm:pt>
    <dgm:pt modelId="{542B235C-01F8-4774-9897-DA58568E05B5}" type="sibTrans" cxnId="{4971EC97-EAE2-4134-83F5-82B260C50D1D}">
      <dgm:prSet/>
      <dgm:spPr/>
      <dgm:t>
        <a:bodyPr/>
        <a:lstStyle/>
        <a:p>
          <a:endParaRPr lang="en-US"/>
        </a:p>
      </dgm:t>
    </dgm:pt>
    <dgm:pt modelId="{2D1F4491-D927-40DF-BFE1-143E44F08388}">
      <dgm:prSet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Célunk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egy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stabil</a:t>
          </a:r>
          <a:r>
            <a:rPr lang="en-US" dirty="0">
              <a:latin typeface="Times New Roman"/>
              <a:cs typeface="Times New Roman"/>
            </a:rPr>
            <a:t>, </a:t>
          </a:r>
          <a:r>
            <a:rPr lang="en-US" dirty="0" err="1">
              <a:latin typeface="Times New Roman"/>
              <a:cs typeface="Times New Roman"/>
            </a:rPr>
            <a:t>és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biztonságos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működést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garantáló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infrastruktúra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kiépítése</a:t>
          </a:r>
          <a:endParaRPr lang="en-US" dirty="0">
            <a:latin typeface="Times New Roman"/>
            <a:cs typeface="Times New Roman"/>
          </a:endParaRPr>
        </a:p>
      </dgm:t>
    </dgm:pt>
    <dgm:pt modelId="{170D9A20-868E-45BD-8497-28E01877AA76}" type="parTrans" cxnId="{8985B54E-50C4-4245-8FA2-A11CE8D5C80B}">
      <dgm:prSet/>
      <dgm:spPr/>
      <dgm:t>
        <a:bodyPr/>
        <a:lstStyle/>
        <a:p>
          <a:endParaRPr lang="en-US"/>
        </a:p>
      </dgm:t>
    </dgm:pt>
    <dgm:pt modelId="{2C95D33E-638A-4806-B821-9E3C079D96B4}" type="sibTrans" cxnId="{8985B54E-50C4-4245-8FA2-A11CE8D5C80B}">
      <dgm:prSet/>
      <dgm:spPr/>
      <dgm:t>
        <a:bodyPr/>
        <a:lstStyle/>
        <a:p>
          <a:endParaRPr lang="en-US"/>
        </a:p>
      </dgm:t>
    </dgm:pt>
    <dgm:pt modelId="{A1052E6B-7231-48A1-867A-C3E0733DBD44}">
      <dgm:prSet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Főbb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területek</a:t>
          </a:r>
          <a:r>
            <a:rPr lang="en-US" dirty="0">
              <a:latin typeface="Times New Roman"/>
              <a:cs typeface="Times New Roman"/>
            </a:rPr>
            <a:t> a </a:t>
          </a:r>
          <a:r>
            <a:rPr lang="en-US" dirty="0" err="1">
              <a:latin typeface="Times New Roman"/>
              <a:cs typeface="Times New Roman"/>
            </a:rPr>
            <a:t>Kaszinó</a:t>
          </a:r>
          <a:r>
            <a:rPr lang="en-US" dirty="0">
              <a:latin typeface="Times New Roman"/>
              <a:cs typeface="Times New Roman"/>
            </a:rPr>
            <a:t>, Backoffice </a:t>
          </a:r>
          <a:r>
            <a:rPr lang="en-US" dirty="0" err="1">
              <a:latin typeface="Times New Roman"/>
              <a:cs typeface="Times New Roman"/>
            </a:rPr>
            <a:t>és</a:t>
          </a:r>
          <a:r>
            <a:rPr lang="en-US" dirty="0">
              <a:latin typeface="Times New Roman"/>
              <a:cs typeface="Times New Roman"/>
            </a:rPr>
            <a:t> Bank </a:t>
          </a:r>
          <a:r>
            <a:rPr lang="en-US" dirty="0" err="1">
              <a:latin typeface="Times New Roman"/>
              <a:cs typeface="Times New Roman"/>
            </a:rPr>
            <a:t>telephelyek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kialakítása</a:t>
          </a:r>
        </a:p>
      </dgm:t>
    </dgm:pt>
    <dgm:pt modelId="{678B0893-88EF-4736-B264-ABF379D76C53}" type="parTrans" cxnId="{E3551116-C938-4A67-8B7E-71FFFA96172B}">
      <dgm:prSet/>
      <dgm:spPr/>
      <dgm:t>
        <a:bodyPr/>
        <a:lstStyle/>
        <a:p>
          <a:endParaRPr lang="en-US"/>
        </a:p>
      </dgm:t>
    </dgm:pt>
    <dgm:pt modelId="{4166C5EF-95CA-418F-B15C-8E2E82924620}" type="sibTrans" cxnId="{E3551116-C938-4A67-8B7E-71FFFA96172B}">
      <dgm:prSet/>
      <dgm:spPr/>
      <dgm:t>
        <a:bodyPr/>
        <a:lstStyle/>
        <a:p>
          <a:endParaRPr lang="en-US"/>
        </a:p>
      </dgm:t>
    </dgm:pt>
    <dgm:pt modelId="{293BDA0A-271F-49EF-9A21-8E38ECCD6D6E}" type="pres">
      <dgm:prSet presAssocID="{EA748EF8-3BF3-449F-BF13-75F708C4F1CD}" presName="vert0" presStyleCnt="0">
        <dgm:presLayoutVars>
          <dgm:dir/>
          <dgm:animOne val="branch"/>
          <dgm:animLvl val="lvl"/>
        </dgm:presLayoutVars>
      </dgm:prSet>
      <dgm:spPr/>
    </dgm:pt>
    <dgm:pt modelId="{94842862-454B-4119-9ED7-39A87F0CD2FE}" type="pres">
      <dgm:prSet presAssocID="{9D03BB54-4D61-4EB5-AA67-C5C00F7B0E29}" presName="thickLine" presStyleLbl="alignNode1" presStyleIdx="0" presStyleCnt="3"/>
      <dgm:spPr/>
    </dgm:pt>
    <dgm:pt modelId="{422E7E1C-2DCD-4309-8076-61B9A39A67E8}" type="pres">
      <dgm:prSet presAssocID="{9D03BB54-4D61-4EB5-AA67-C5C00F7B0E29}" presName="horz1" presStyleCnt="0"/>
      <dgm:spPr/>
    </dgm:pt>
    <dgm:pt modelId="{008AF57F-67AB-4E95-BB78-9908DBCF039A}" type="pres">
      <dgm:prSet presAssocID="{9D03BB54-4D61-4EB5-AA67-C5C00F7B0E29}" presName="tx1" presStyleLbl="revTx" presStyleIdx="0" presStyleCnt="3" custScaleY="64454"/>
      <dgm:spPr/>
    </dgm:pt>
    <dgm:pt modelId="{FC941850-2A7B-4C12-9760-532EBDE6A168}" type="pres">
      <dgm:prSet presAssocID="{9D03BB54-4D61-4EB5-AA67-C5C00F7B0E29}" presName="vert1" presStyleCnt="0"/>
      <dgm:spPr/>
    </dgm:pt>
    <dgm:pt modelId="{C5685F4A-48F8-4909-A671-730E2FBB9711}" type="pres">
      <dgm:prSet presAssocID="{2D1F4491-D927-40DF-BFE1-143E44F08388}" presName="thickLine" presStyleLbl="alignNode1" presStyleIdx="1" presStyleCnt="3"/>
      <dgm:spPr/>
    </dgm:pt>
    <dgm:pt modelId="{41F915BA-36B5-4097-B3E3-D492DD019672}" type="pres">
      <dgm:prSet presAssocID="{2D1F4491-D927-40DF-BFE1-143E44F08388}" presName="horz1" presStyleCnt="0"/>
      <dgm:spPr/>
    </dgm:pt>
    <dgm:pt modelId="{A8A2A939-7116-4BEE-B624-4B36E958CFDD}" type="pres">
      <dgm:prSet presAssocID="{2D1F4491-D927-40DF-BFE1-143E44F08388}" presName="tx1" presStyleLbl="revTx" presStyleIdx="1" presStyleCnt="3"/>
      <dgm:spPr/>
    </dgm:pt>
    <dgm:pt modelId="{7781D7A5-C95B-4D6B-BB75-4391A08321F2}" type="pres">
      <dgm:prSet presAssocID="{2D1F4491-D927-40DF-BFE1-143E44F08388}" presName="vert1" presStyleCnt="0"/>
      <dgm:spPr/>
    </dgm:pt>
    <dgm:pt modelId="{1F6524AD-DE27-4FD3-90D3-F57F0EDD8EF3}" type="pres">
      <dgm:prSet presAssocID="{A1052E6B-7231-48A1-867A-C3E0733DBD44}" presName="thickLine" presStyleLbl="alignNode1" presStyleIdx="2" presStyleCnt="3"/>
      <dgm:spPr/>
    </dgm:pt>
    <dgm:pt modelId="{CA25E9D2-4FE4-4969-B9B2-9E787DAE998E}" type="pres">
      <dgm:prSet presAssocID="{A1052E6B-7231-48A1-867A-C3E0733DBD44}" presName="horz1" presStyleCnt="0"/>
      <dgm:spPr/>
    </dgm:pt>
    <dgm:pt modelId="{B80B0ED3-009E-4EA3-A355-AF31A708E2B1}" type="pres">
      <dgm:prSet presAssocID="{A1052E6B-7231-48A1-867A-C3E0733DBD44}" presName="tx1" presStyleLbl="revTx" presStyleIdx="2" presStyleCnt="3"/>
      <dgm:spPr/>
    </dgm:pt>
    <dgm:pt modelId="{71E4EAD5-1188-49C0-BE9D-9FE3DD7FA65A}" type="pres">
      <dgm:prSet presAssocID="{A1052E6B-7231-48A1-867A-C3E0733DBD44}" presName="vert1" presStyleCnt="0"/>
      <dgm:spPr/>
    </dgm:pt>
  </dgm:ptLst>
  <dgm:cxnLst>
    <dgm:cxn modelId="{E3551116-C938-4A67-8B7E-71FFFA96172B}" srcId="{EA748EF8-3BF3-449F-BF13-75F708C4F1CD}" destId="{A1052E6B-7231-48A1-867A-C3E0733DBD44}" srcOrd="2" destOrd="0" parTransId="{678B0893-88EF-4736-B264-ABF379D76C53}" sibTransId="{4166C5EF-95CA-418F-B15C-8E2E82924620}"/>
    <dgm:cxn modelId="{8985B54E-50C4-4245-8FA2-A11CE8D5C80B}" srcId="{EA748EF8-3BF3-449F-BF13-75F708C4F1CD}" destId="{2D1F4491-D927-40DF-BFE1-143E44F08388}" srcOrd="1" destOrd="0" parTransId="{170D9A20-868E-45BD-8497-28E01877AA76}" sibTransId="{2C95D33E-638A-4806-B821-9E3C079D96B4}"/>
    <dgm:cxn modelId="{F6B6F186-8854-4989-A554-C144032E0965}" type="presOf" srcId="{2D1F4491-D927-40DF-BFE1-143E44F08388}" destId="{A8A2A939-7116-4BEE-B624-4B36E958CFDD}" srcOrd="0" destOrd="0" presId="urn:microsoft.com/office/officeart/2008/layout/LinedList"/>
    <dgm:cxn modelId="{4971EC97-EAE2-4134-83F5-82B260C50D1D}" srcId="{EA748EF8-3BF3-449F-BF13-75F708C4F1CD}" destId="{9D03BB54-4D61-4EB5-AA67-C5C00F7B0E29}" srcOrd="0" destOrd="0" parTransId="{E071679C-994D-4329-A35E-8FB7AB3C808A}" sibTransId="{542B235C-01F8-4774-9897-DA58568E05B5}"/>
    <dgm:cxn modelId="{3BC0D0A3-3492-4E26-83FD-3B99B555E13B}" type="presOf" srcId="{9D03BB54-4D61-4EB5-AA67-C5C00F7B0E29}" destId="{008AF57F-67AB-4E95-BB78-9908DBCF039A}" srcOrd="0" destOrd="0" presId="urn:microsoft.com/office/officeart/2008/layout/LinedList"/>
    <dgm:cxn modelId="{D4C7ECA9-46E7-4236-9C4B-163F75DCDC93}" type="presOf" srcId="{EA748EF8-3BF3-449F-BF13-75F708C4F1CD}" destId="{293BDA0A-271F-49EF-9A21-8E38ECCD6D6E}" srcOrd="0" destOrd="0" presId="urn:microsoft.com/office/officeart/2008/layout/LinedList"/>
    <dgm:cxn modelId="{83541CAC-0CA6-44B9-819E-2A0151768A0C}" type="presOf" srcId="{A1052E6B-7231-48A1-867A-C3E0733DBD44}" destId="{B80B0ED3-009E-4EA3-A355-AF31A708E2B1}" srcOrd="0" destOrd="0" presId="urn:microsoft.com/office/officeart/2008/layout/LinedList"/>
    <dgm:cxn modelId="{A39FE8EE-51B3-4446-839C-3FBD2D515686}" type="presParOf" srcId="{293BDA0A-271F-49EF-9A21-8E38ECCD6D6E}" destId="{94842862-454B-4119-9ED7-39A87F0CD2FE}" srcOrd="0" destOrd="0" presId="urn:microsoft.com/office/officeart/2008/layout/LinedList"/>
    <dgm:cxn modelId="{589B4E9E-6CEC-443C-BE37-1694403C98D7}" type="presParOf" srcId="{293BDA0A-271F-49EF-9A21-8E38ECCD6D6E}" destId="{422E7E1C-2DCD-4309-8076-61B9A39A67E8}" srcOrd="1" destOrd="0" presId="urn:microsoft.com/office/officeart/2008/layout/LinedList"/>
    <dgm:cxn modelId="{EF6DD0EA-7935-49BB-B5C8-BFB12239FD72}" type="presParOf" srcId="{422E7E1C-2DCD-4309-8076-61B9A39A67E8}" destId="{008AF57F-67AB-4E95-BB78-9908DBCF039A}" srcOrd="0" destOrd="0" presId="urn:microsoft.com/office/officeart/2008/layout/LinedList"/>
    <dgm:cxn modelId="{6F344217-914E-4A2E-B544-D25B785615DC}" type="presParOf" srcId="{422E7E1C-2DCD-4309-8076-61B9A39A67E8}" destId="{FC941850-2A7B-4C12-9760-532EBDE6A168}" srcOrd="1" destOrd="0" presId="urn:microsoft.com/office/officeart/2008/layout/LinedList"/>
    <dgm:cxn modelId="{654B70E1-AB28-405A-8648-F120354684FF}" type="presParOf" srcId="{293BDA0A-271F-49EF-9A21-8E38ECCD6D6E}" destId="{C5685F4A-48F8-4909-A671-730E2FBB9711}" srcOrd="2" destOrd="0" presId="urn:microsoft.com/office/officeart/2008/layout/LinedList"/>
    <dgm:cxn modelId="{A33AFDDD-DD5A-40B5-8A95-677F457B577F}" type="presParOf" srcId="{293BDA0A-271F-49EF-9A21-8E38ECCD6D6E}" destId="{41F915BA-36B5-4097-B3E3-D492DD019672}" srcOrd="3" destOrd="0" presId="urn:microsoft.com/office/officeart/2008/layout/LinedList"/>
    <dgm:cxn modelId="{CCCC2F42-5FDE-466A-8568-FA30CFAD6A52}" type="presParOf" srcId="{41F915BA-36B5-4097-B3E3-D492DD019672}" destId="{A8A2A939-7116-4BEE-B624-4B36E958CFDD}" srcOrd="0" destOrd="0" presId="urn:microsoft.com/office/officeart/2008/layout/LinedList"/>
    <dgm:cxn modelId="{398949C6-2177-448F-9757-D82FE28C36E2}" type="presParOf" srcId="{41F915BA-36B5-4097-B3E3-D492DD019672}" destId="{7781D7A5-C95B-4D6B-BB75-4391A08321F2}" srcOrd="1" destOrd="0" presId="urn:microsoft.com/office/officeart/2008/layout/LinedList"/>
    <dgm:cxn modelId="{45DE470F-1A9F-4D5E-844A-A8D14359ADD8}" type="presParOf" srcId="{293BDA0A-271F-49EF-9A21-8E38ECCD6D6E}" destId="{1F6524AD-DE27-4FD3-90D3-F57F0EDD8EF3}" srcOrd="4" destOrd="0" presId="urn:microsoft.com/office/officeart/2008/layout/LinedList"/>
    <dgm:cxn modelId="{57C8647F-AC20-4793-9EAF-C7C0EADC6A78}" type="presParOf" srcId="{293BDA0A-271F-49EF-9A21-8E38ECCD6D6E}" destId="{CA25E9D2-4FE4-4969-B9B2-9E787DAE998E}" srcOrd="5" destOrd="0" presId="urn:microsoft.com/office/officeart/2008/layout/LinedList"/>
    <dgm:cxn modelId="{276707A1-DF91-4A2B-BF50-0449A3F9EA40}" type="presParOf" srcId="{CA25E9D2-4FE4-4969-B9B2-9E787DAE998E}" destId="{B80B0ED3-009E-4EA3-A355-AF31A708E2B1}" srcOrd="0" destOrd="0" presId="urn:microsoft.com/office/officeart/2008/layout/LinedList"/>
    <dgm:cxn modelId="{BB7BB012-9E9D-4CDA-A9A0-5699C03DFD82}" type="presParOf" srcId="{CA25E9D2-4FE4-4969-B9B2-9E787DAE998E}" destId="{71E4EAD5-1188-49C0-BE9D-9FE3DD7FA6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249623-DCAB-4A10-8AF9-B01D6018D9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B62E3D-26DF-4815-900F-F3D3223E94D5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SSH ACL</a:t>
          </a:r>
          <a:endParaRPr lang="en-US"/>
        </a:p>
      </dgm:t>
    </dgm:pt>
    <dgm:pt modelId="{B37215BB-B8AB-4BF9-8806-83FF2E0A8646}" type="parTrans" cxnId="{B959B80D-0C4F-4579-854B-B41C833098D8}">
      <dgm:prSet/>
      <dgm:spPr/>
      <dgm:t>
        <a:bodyPr/>
        <a:lstStyle/>
        <a:p>
          <a:endParaRPr lang="en-US"/>
        </a:p>
      </dgm:t>
    </dgm:pt>
    <dgm:pt modelId="{7004290D-1F43-470C-9ADC-9852CC3D0CBF}" type="sibTrans" cxnId="{B959B80D-0C4F-4579-854B-B41C833098D8}">
      <dgm:prSet/>
      <dgm:spPr/>
      <dgm:t>
        <a:bodyPr/>
        <a:lstStyle/>
        <a:p>
          <a:endParaRPr lang="en-US"/>
        </a:p>
      </dgm:t>
    </dgm:pt>
    <dgm:pt modelId="{43A96B5F-F152-43E4-9412-4B9140215F19}">
      <dgm:prSet phldr="0"/>
      <dgm:spPr/>
      <dgm:t>
        <a:bodyPr/>
        <a:lstStyle/>
        <a:p>
          <a:pPr rtl="0"/>
          <a:r>
            <a:rPr lang="en-US" err="1">
              <a:latin typeface="Times New Roman"/>
              <a:cs typeface="Times New Roman"/>
            </a:rPr>
            <a:t>Használt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technológiák</a:t>
          </a:r>
          <a:r>
            <a:rPr lang="en-US">
              <a:latin typeface="Times New Roman"/>
              <a:cs typeface="Times New Roman"/>
            </a:rPr>
            <a:t>:</a:t>
          </a:r>
          <a:endParaRPr lang="en-US"/>
        </a:p>
      </dgm:t>
    </dgm:pt>
    <dgm:pt modelId="{0F576031-F67D-412B-973F-800F2B9025D2}" type="parTrans" cxnId="{59B2E78C-451B-4C17-A26A-CF40971EC636}">
      <dgm:prSet/>
      <dgm:spPr/>
      <dgm:t>
        <a:bodyPr/>
        <a:lstStyle/>
        <a:p>
          <a:endParaRPr lang="hu-HU"/>
        </a:p>
      </dgm:t>
    </dgm:pt>
    <dgm:pt modelId="{94470F55-A529-4F08-9FB2-0E3EB574DF96}" type="sibTrans" cxnId="{59B2E78C-451B-4C17-A26A-CF40971EC636}">
      <dgm:prSet/>
      <dgm:spPr/>
      <dgm:t>
        <a:bodyPr/>
        <a:lstStyle/>
        <a:p>
          <a:endParaRPr lang="hu-HU"/>
        </a:p>
      </dgm:t>
    </dgm:pt>
    <dgm:pt modelId="{8B41CA2D-D345-4AA3-A7DE-74DAE1A2279F}">
      <dgm:prSet phldr="0"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Vlanok</a:t>
          </a:r>
          <a:r>
            <a:rPr lang="hu-HU" dirty="0" err="1">
              <a:latin typeface="Times New Roman"/>
              <a:cs typeface="Times New Roman"/>
            </a:rPr>
            <a:t>ra</a:t>
          </a:r>
          <a:r>
            <a:rPr lang="hu-HU" dirty="0">
              <a:latin typeface="Times New Roman"/>
              <a:cs typeface="Times New Roman"/>
            </a:rPr>
            <a:t> osztás</a:t>
          </a:r>
          <a:endParaRPr lang="en-US" dirty="0">
            <a:latin typeface="Times New Roman"/>
            <a:cs typeface="Times New Roman"/>
          </a:endParaRPr>
        </a:p>
      </dgm:t>
    </dgm:pt>
    <dgm:pt modelId="{45D2F102-AA8E-46D6-BE6C-3AA6A1A57782}" type="parTrans" cxnId="{F4BBB4FD-4017-407D-ADB8-95D6DDF4A06B}">
      <dgm:prSet/>
      <dgm:spPr/>
      <dgm:t>
        <a:bodyPr/>
        <a:lstStyle/>
        <a:p>
          <a:endParaRPr lang="hu-HU"/>
        </a:p>
      </dgm:t>
    </dgm:pt>
    <dgm:pt modelId="{4CE72B54-1EB3-41AD-A193-7465B5F61720}" type="sibTrans" cxnId="{F4BBB4FD-4017-407D-ADB8-95D6DDF4A06B}">
      <dgm:prSet/>
      <dgm:spPr/>
      <dgm:t>
        <a:bodyPr/>
        <a:lstStyle/>
        <a:p>
          <a:endParaRPr lang="hu-HU"/>
        </a:p>
      </dgm:t>
    </dgm:pt>
    <dgm:pt modelId="{6631B3BD-857B-47D8-97A2-A25BE273E7DE}">
      <dgm:prSet phldr="0"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Dinamikus</a:t>
          </a:r>
          <a:r>
            <a:rPr lang="en-US" dirty="0">
              <a:latin typeface="Times New Roman"/>
              <a:cs typeface="Times New Roman"/>
            </a:rPr>
            <a:t> NAT </a:t>
          </a:r>
          <a:r>
            <a:rPr lang="en-US" dirty="0" err="1">
              <a:latin typeface="Times New Roman"/>
              <a:cs typeface="Times New Roman"/>
            </a:rPr>
            <a:t>klienseknek</a:t>
          </a:r>
          <a:endParaRPr lang="en-US" dirty="0">
            <a:latin typeface="Times New Roman"/>
            <a:cs typeface="Times New Roman"/>
          </a:endParaRPr>
        </a:p>
      </dgm:t>
    </dgm:pt>
    <dgm:pt modelId="{723B24CD-044C-4B58-AEBB-F408195B8574}" type="parTrans" cxnId="{8273ABC5-604F-4D39-AB6F-845EA6B45939}">
      <dgm:prSet/>
      <dgm:spPr/>
      <dgm:t>
        <a:bodyPr/>
        <a:lstStyle/>
        <a:p>
          <a:endParaRPr lang="hu-HU"/>
        </a:p>
      </dgm:t>
    </dgm:pt>
    <dgm:pt modelId="{123C1DEC-FC33-4508-BD6F-F3AFC2DC6287}" type="sibTrans" cxnId="{8273ABC5-604F-4D39-AB6F-845EA6B45939}">
      <dgm:prSet/>
      <dgm:spPr/>
      <dgm:t>
        <a:bodyPr/>
        <a:lstStyle/>
        <a:p>
          <a:endParaRPr lang="hu-HU"/>
        </a:p>
      </dgm:t>
    </dgm:pt>
    <dgm:pt modelId="{EF5AE52E-AEB0-4BD9-B0EE-CE4C077F22A8}">
      <dgm:prSet phldr="0"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VPN </a:t>
          </a:r>
          <a:r>
            <a:rPr lang="en-US" err="1">
              <a:latin typeface="Times New Roman"/>
              <a:cs typeface="Times New Roman"/>
            </a:rPr>
            <a:t>kapcsolat</a:t>
          </a:r>
          <a:endParaRPr lang="en-US">
            <a:latin typeface="Times New Roman"/>
            <a:cs typeface="Times New Roman"/>
          </a:endParaRPr>
        </a:p>
      </dgm:t>
    </dgm:pt>
    <dgm:pt modelId="{2319B166-6E0C-4459-AFAA-1D2A27ED34D3}" type="parTrans" cxnId="{1A162DB9-6B6B-4E31-A16B-CE15DA0F57B4}">
      <dgm:prSet/>
      <dgm:spPr/>
      <dgm:t>
        <a:bodyPr/>
        <a:lstStyle/>
        <a:p>
          <a:endParaRPr lang="hu-HU"/>
        </a:p>
      </dgm:t>
    </dgm:pt>
    <dgm:pt modelId="{584391C2-99F9-4174-A68D-4E56C7A536D0}" type="sibTrans" cxnId="{1A162DB9-6B6B-4E31-A16B-CE15DA0F57B4}">
      <dgm:prSet/>
      <dgm:spPr/>
      <dgm:t>
        <a:bodyPr/>
        <a:lstStyle/>
        <a:p>
          <a:endParaRPr lang="hu-HU"/>
        </a:p>
      </dgm:t>
    </dgm:pt>
    <dgm:pt modelId="{7EEA99A8-B937-4712-9569-C2FC5888AAF9}">
      <dgm:prSet phldr="0"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PPP </a:t>
          </a:r>
          <a:r>
            <a:rPr lang="en-US" err="1">
              <a:latin typeface="Times New Roman"/>
              <a:cs typeface="Times New Roman"/>
            </a:rPr>
            <a:t>kapcsolat</a:t>
          </a:r>
          <a:endParaRPr lang="en-US">
            <a:latin typeface="Times New Roman"/>
            <a:cs typeface="Times New Roman"/>
          </a:endParaRPr>
        </a:p>
      </dgm:t>
    </dgm:pt>
    <dgm:pt modelId="{5A9E771F-3789-4B93-A08E-45608A328B6A}" type="parTrans" cxnId="{69143638-8CA9-46AB-A4BB-E56C9FAA8B4C}">
      <dgm:prSet/>
      <dgm:spPr/>
      <dgm:t>
        <a:bodyPr/>
        <a:lstStyle/>
        <a:p>
          <a:endParaRPr lang="hu-HU"/>
        </a:p>
      </dgm:t>
    </dgm:pt>
    <dgm:pt modelId="{4E338B98-F33E-4350-B706-5D675C93BC50}" type="sibTrans" cxnId="{69143638-8CA9-46AB-A4BB-E56C9FAA8B4C}">
      <dgm:prSet/>
      <dgm:spPr/>
      <dgm:t>
        <a:bodyPr/>
        <a:lstStyle/>
        <a:p>
          <a:endParaRPr lang="hu-HU"/>
        </a:p>
      </dgm:t>
    </dgm:pt>
    <dgm:pt modelId="{6886F0C1-EAD9-4A2A-B09F-771FD944EC8C}">
      <dgm:prSet phldr="0"/>
      <dgm:spPr/>
      <dgm:t>
        <a:bodyPr/>
        <a:lstStyle/>
        <a:p>
          <a:pPr rtl="0"/>
          <a:r>
            <a:rPr lang="en-US" err="1">
              <a:solidFill>
                <a:srgbClr val="FFFFFF"/>
              </a:solidFill>
              <a:latin typeface="Times New Roman"/>
              <a:cs typeface="Times New Roman"/>
            </a:rPr>
            <a:t>Statikus</a:t>
          </a:r>
          <a:r>
            <a:rPr lang="en-US">
              <a:solidFill>
                <a:srgbClr val="FFFFFF"/>
              </a:solidFill>
              <a:latin typeface="Times New Roman"/>
              <a:cs typeface="Times New Roman"/>
            </a:rPr>
            <a:t> </a:t>
          </a:r>
          <a:r>
            <a:rPr lang="en-US" err="1">
              <a:solidFill>
                <a:srgbClr val="FFFFFF"/>
              </a:solidFill>
              <a:latin typeface="Times New Roman"/>
              <a:cs typeface="Times New Roman"/>
            </a:rPr>
            <a:t>forgalomirányítás</a:t>
          </a:r>
          <a:endParaRPr lang="hu-HU">
            <a:latin typeface="Times New Roman"/>
            <a:cs typeface="Times New Roman"/>
          </a:endParaRPr>
        </a:p>
      </dgm:t>
    </dgm:pt>
    <dgm:pt modelId="{73717F7D-850C-4EDC-9415-A62F2EF5DD61}" type="parTrans" cxnId="{A70824D1-7E1F-4797-8252-0F237367574A}">
      <dgm:prSet/>
      <dgm:spPr/>
      <dgm:t>
        <a:bodyPr/>
        <a:lstStyle/>
        <a:p>
          <a:endParaRPr lang="hu-HU"/>
        </a:p>
      </dgm:t>
    </dgm:pt>
    <dgm:pt modelId="{33DDF5D4-60DB-4FC4-ABAE-D03A779C3FC6}" type="sibTrans" cxnId="{A70824D1-7E1F-4797-8252-0F237367574A}">
      <dgm:prSet/>
      <dgm:spPr/>
      <dgm:t>
        <a:bodyPr/>
        <a:lstStyle/>
        <a:p>
          <a:endParaRPr lang="hu-HU"/>
        </a:p>
      </dgm:t>
    </dgm:pt>
    <dgm:pt modelId="{BBFF7044-EF46-4440-8C30-9A5E07F4837A}">
      <dgm:prSet phldr="0"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Wifi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hálózatok</a:t>
          </a:r>
          <a:r>
            <a:rPr lang="en-US" dirty="0">
              <a:latin typeface="Times New Roman"/>
              <a:cs typeface="Times New Roman"/>
            </a:rPr>
            <a:t>: Office </a:t>
          </a:r>
          <a:r>
            <a:rPr lang="en-US" dirty="0" err="1">
              <a:latin typeface="Times New Roman"/>
              <a:cs typeface="Times New Roman"/>
            </a:rPr>
            <a:t>és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Vendég</a:t>
          </a:r>
          <a:endParaRPr lang="en-US" dirty="0">
            <a:latin typeface="Times New Roman"/>
            <a:cs typeface="Times New Roman"/>
          </a:endParaRPr>
        </a:p>
      </dgm:t>
    </dgm:pt>
    <dgm:pt modelId="{66AB1F43-5176-4C11-903F-7386E86750D6}" type="parTrans" cxnId="{DD48C4D9-4035-449D-87AB-8B5079D9A667}">
      <dgm:prSet/>
      <dgm:spPr/>
      <dgm:t>
        <a:bodyPr/>
        <a:lstStyle/>
        <a:p>
          <a:endParaRPr lang="hu-HU"/>
        </a:p>
      </dgm:t>
    </dgm:pt>
    <dgm:pt modelId="{9B9723BE-875C-4E6C-8C7C-084399689F45}" type="sibTrans" cxnId="{DD48C4D9-4035-449D-87AB-8B5079D9A667}">
      <dgm:prSet/>
      <dgm:spPr/>
      <dgm:t>
        <a:bodyPr/>
        <a:lstStyle/>
        <a:p>
          <a:endParaRPr lang="hu-HU"/>
        </a:p>
      </dgm:t>
    </dgm:pt>
    <dgm:pt modelId="{B9945308-12C5-4DCF-B1D8-C55FCDAD7DA2}" type="pres">
      <dgm:prSet presAssocID="{4F249623-DCAB-4A10-8AF9-B01D6018D907}" presName="linear" presStyleCnt="0">
        <dgm:presLayoutVars>
          <dgm:animLvl val="lvl"/>
          <dgm:resizeHandles val="exact"/>
        </dgm:presLayoutVars>
      </dgm:prSet>
      <dgm:spPr/>
    </dgm:pt>
    <dgm:pt modelId="{F23A2CB5-FCF3-4D65-866C-E3790E525EB8}" type="pres">
      <dgm:prSet presAssocID="{43A96B5F-F152-43E4-9412-4B9140215F1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EA60440-7596-4EFA-8619-6BF2C15568D8}" type="pres">
      <dgm:prSet presAssocID="{43A96B5F-F152-43E4-9412-4B9140215F1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D68A408-401E-4052-9106-E781444123D7}" type="presOf" srcId="{7EEA99A8-B937-4712-9569-C2FC5888AAF9}" destId="{CEA60440-7596-4EFA-8619-6BF2C15568D8}" srcOrd="0" destOrd="4" presId="urn:microsoft.com/office/officeart/2005/8/layout/vList2"/>
    <dgm:cxn modelId="{B959B80D-0C4F-4579-854B-B41C833098D8}" srcId="{43A96B5F-F152-43E4-9412-4B9140215F19}" destId="{DFB62E3D-26DF-4815-900F-F3D3223E94D5}" srcOrd="5" destOrd="0" parTransId="{B37215BB-B8AB-4BF9-8806-83FF2E0A8646}" sibTransId="{7004290D-1F43-470C-9ADC-9852CC3D0CBF}"/>
    <dgm:cxn modelId="{760F3934-FFA8-4626-85AD-4DB101577AE0}" type="presOf" srcId="{6631B3BD-857B-47D8-97A2-A25BE273E7DE}" destId="{CEA60440-7596-4EFA-8619-6BF2C15568D8}" srcOrd="0" destOrd="2" presId="urn:microsoft.com/office/officeart/2005/8/layout/vList2"/>
    <dgm:cxn modelId="{69143638-8CA9-46AB-A4BB-E56C9FAA8B4C}" srcId="{43A96B5F-F152-43E4-9412-4B9140215F19}" destId="{7EEA99A8-B937-4712-9569-C2FC5888AAF9}" srcOrd="4" destOrd="0" parTransId="{5A9E771F-3789-4B93-A08E-45608A328B6A}" sibTransId="{4E338B98-F33E-4350-B706-5D675C93BC50}"/>
    <dgm:cxn modelId="{6691F96A-1FF1-4610-86A2-8A9179216ED7}" type="presOf" srcId="{DFB62E3D-26DF-4815-900F-F3D3223E94D5}" destId="{CEA60440-7596-4EFA-8619-6BF2C15568D8}" srcOrd="0" destOrd="5" presId="urn:microsoft.com/office/officeart/2005/8/layout/vList2"/>
    <dgm:cxn modelId="{A8348C74-632F-40A0-95A0-3382A3C0ED6A}" type="presOf" srcId="{8B41CA2D-D345-4AA3-A7DE-74DAE1A2279F}" destId="{CEA60440-7596-4EFA-8619-6BF2C15568D8}" srcOrd="0" destOrd="0" presId="urn:microsoft.com/office/officeart/2005/8/layout/vList2"/>
    <dgm:cxn modelId="{59B2E78C-451B-4C17-A26A-CF40971EC636}" srcId="{4F249623-DCAB-4A10-8AF9-B01D6018D907}" destId="{43A96B5F-F152-43E4-9412-4B9140215F19}" srcOrd="0" destOrd="0" parTransId="{0F576031-F67D-412B-973F-800F2B9025D2}" sibTransId="{94470F55-A529-4F08-9FB2-0E3EB574DF96}"/>
    <dgm:cxn modelId="{8B620D8F-1E72-412C-8E06-4D43045469E3}" type="presOf" srcId="{4F249623-DCAB-4A10-8AF9-B01D6018D907}" destId="{B9945308-12C5-4DCF-B1D8-C55FCDAD7DA2}" srcOrd="0" destOrd="0" presId="urn:microsoft.com/office/officeart/2005/8/layout/vList2"/>
    <dgm:cxn modelId="{1A162DB9-6B6B-4E31-A16B-CE15DA0F57B4}" srcId="{43A96B5F-F152-43E4-9412-4B9140215F19}" destId="{EF5AE52E-AEB0-4BD9-B0EE-CE4C077F22A8}" srcOrd="3" destOrd="0" parTransId="{2319B166-6E0C-4459-AFAA-1D2A27ED34D3}" sibTransId="{584391C2-99F9-4174-A68D-4E56C7A536D0}"/>
    <dgm:cxn modelId="{8D1865BE-7FB6-4DE8-AB87-A4C55C3E9C18}" type="presOf" srcId="{43A96B5F-F152-43E4-9412-4B9140215F19}" destId="{F23A2CB5-FCF3-4D65-866C-E3790E525EB8}" srcOrd="0" destOrd="0" presId="urn:microsoft.com/office/officeart/2005/8/layout/vList2"/>
    <dgm:cxn modelId="{33CEDBC4-7429-4786-81A7-BA74FE6604B8}" type="presOf" srcId="{BBFF7044-EF46-4440-8C30-9A5E07F4837A}" destId="{CEA60440-7596-4EFA-8619-6BF2C15568D8}" srcOrd="0" destOrd="1" presId="urn:microsoft.com/office/officeart/2005/8/layout/vList2"/>
    <dgm:cxn modelId="{8273ABC5-604F-4D39-AB6F-845EA6B45939}" srcId="{43A96B5F-F152-43E4-9412-4B9140215F19}" destId="{6631B3BD-857B-47D8-97A2-A25BE273E7DE}" srcOrd="2" destOrd="0" parTransId="{723B24CD-044C-4B58-AEBB-F408195B8574}" sibTransId="{123C1DEC-FC33-4508-BD6F-F3AFC2DC6287}"/>
    <dgm:cxn modelId="{A70824D1-7E1F-4797-8252-0F237367574A}" srcId="{43A96B5F-F152-43E4-9412-4B9140215F19}" destId="{6886F0C1-EAD9-4A2A-B09F-771FD944EC8C}" srcOrd="6" destOrd="0" parTransId="{73717F7D-850C-4EDC-9415-A62F2EF5DD61}" sibTransId="{33DDF5D4-60DB-4FC4-ABAE-D03A779C3FC6}"/>
    <dgm:cxn modelId="{DD48C4D9-4035-449D-87AB-8B5079D9A667}" srcId="{43A96B5F-F152-43E4-9412-4B9140215F19}" destId="{BBFF7044-EF46-4440-8C30-9A5E07F4837A}" srcOrd="1" destOrd="0" parTransId="{66AB1F43-5176-4C11-903F-7386E86750D6}" sibTransId="{9B9723BE-875C-4E6C-8C7C-084399689F45}"/>
    <dgm:cxn modelId="{FCE44FE2-24EE-4CD4-AEEC-3B134FE0F35E}" type="presOf" srcId="{EF5AE52E-AEB0-4BD9-B0EE-CE4C077F22A8}" destId="{CEA60440-7596-4EFA-8619-6BF2C15568D8}" srcOrd="0" destOrd="3" presId="urn:microsoft.com/office/officeart/2005/8/layout/vList2"/>
    <dgm:cxn modelId="{3AB42CEE-50F4-4E95-A38D-25B4C638AD5B}" type="presOf" srcId="{6886F0C1-EAD9-4A2A-B09F-771FD944EC8C}" destId="{CEA60440-7596-4EFA-8619-6BF2C15568D8}" srcOrd="0" destOrd="6" presId="urn:microsoft.com/office/officeart/2005/8/layout/vList2"/>
    <dgm:cxn modelId="{F4BBB4FD-4017-407D-ADB8-95D6DDF4A06B}" srcId="{43A96B5F-F152-43E4-9412-4B9140215F19}" destId="{8B41CA2D-D345-4AA3-A7DE-74DAE1A2279F}" srcOrd="0" destOrd="0" parTransId="{45D2F102-AA8E-46D6-BE6C-3AA6A1A57782}" sibTransId="{4CE72B54-1EB3-41AD-A193-7465B5F61720}"/>
    <dgm:cxn modelId="{BE242A02-DC04-4CB9-839D-4A457272610F}" type="presParOf" srcId="{B9945308-12C5-4DCF-B1D8-C55FCDAD7DA2}" destId="{F23A2CB5-FCF3-4D65-866C-E3790E525EB8}" srcOrd="0" destOrd="0" presId="urn:microsoft.com/office/officeart/2005/8/layout/vList2"/>
    <dgm:cxn modelId="{F0343643-911B-4675-A053-5E1A072B1653}" type="presParOf" srcId="{B9945308-12C5-4DCF-B1D8-C55FCDAD7DA2}" destId="{CEA60440-7596-4EFA-8619-6BF2C15568D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C11248-9F2F-4D25-A7F4-9318ED372F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0A2DFC-25B2-40A9-BDEA-8AC34DB03E10}">
      <dgm:prSet/>
      <dgm:spPr/>
      <dgm:t>
        <a:bodyPr/>
        <a:lstStyle/>
        <a:p>
          <a:r>
            <a:rPr lang="en-US" err="1">
              <a:latin typeface="Times New Roman"/>
              <a:cs typeface="Times New Roman"/>
            </a:rPr>
            <a:t>Használt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technológiák</a:t>
          </a:r>
          <a:r>
            <a:rPr lang="en-US">
              <a:latin typeface="Times New Roman"/>
              <a:cs typeface="Times New Roman"/>
            </a:rPr>
            <a:t>:</a:t>
          </a:r>
        </a:p>
      </dgm:t>
    </dgm:pt>
    <dgm:pt modelId="{6D2155CE-730A-4FAF-9222-83A7DD4A6F78}" type="parTrans" cxnId="{A6012600-11A2-40D1-B862-86181F5DDDD6}">
      <dgm:prSet/>
      <dgm:spPr/>
      <dgm:t>
        <a:bodyPr/>
        <a:lstStyle/>
        <a:p>
          <a:endParaRPr lang="en-US"/>
        </a:p>
      </dgm:t>
    </dgm:pt>
    <dgm:pt modelId="{8745295C-CD8C-4BAB-B7E5-4A2930F5B74D}" type="sibTrans" cxnId="{A6012600-11A2-40D1-B862-86181F5DDDD6}">
      <dgm:prSet/>
      <dgm:spPr/>
      <dgm:t>
        <a:bodyPr/>
        <a:lstStyle/>
        <a:p>
          <a:endParaRPr lang="en-US"/>
        </a:p>
      </dgm:t>
    </dgm:pt>
    <dgm:pt modelId="{0C058AFA-30A9-434A-910F-9F0E74190C5F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HSRP </a:t>
          </a:r>
          <a:r>
            <a:rPr lang="en-US" err="1">
              <a:latin typeface="Times New Roman"/>
              <a:cs typeface="Times New Roman"/>
            </a:rPr>
            <a:t>redundancia</a:t>
          </a:r>
          <a:endParaRPr lang="en-US">
            <a:latin typeface="Times New Roman"/>
            <a:cs typeface="Times New Roman"/>
          </a:endParaRPr>
        </a:p>
      </dgm:t>
    </dgm:pt>
    <dgm:pt modelId="{A09209C5-13C2-4072-BE2B-34B60618E5E4}" type="parTrans" cxnId="{1CFCAA85-FF8B-4AC6-B126-F62B23833F73}">
      <dgm:prSet/>
      <dgm:spPr/>
      <dgm:t>
        <a:bodyPr/>
        <a:lstStyle/>
        <a:p>
          <a:endParaRPr lang="en-US"/>
        </a:p>
      </dgm:t>
    </dgm:pt>
    <dgm:pt modelId="{6B5052C7-4B04-4F7C-9A53-C94B657FD298}" type="sibTrans" cxnId="{1CFCAA85-FF8B-4AC6-B126-F62B23833F73}">
      <dgm:prSet/>
      <dgm:spPr/>
      <dgm:t>
        <a:bodyPr/>
        <a:lstStyle/>
        <a:p>
          <a:endParaRPr lang="en-US"/>
        </a:p>
      </dgm:t>
    </dgm:pt>
    <dgm:pt modelId="{5F076D9D-CD63-4B06-8C62-9C82D363E97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Spanning Tree Rapid PVST+</a:t>
          </a:r>
        </a:p>
      </dgm:t>
    </dgm:pt>
    <dgm:pt modelId="{B771095C-19B7-4507-B584-E1DC365C8DE8}" type="parTrans" cxnId="{BD4A8F1C-F3DC-4BB5-B933-C27F9B3139C0}">
      <dgm:prSet/>
      <dgm:spPr/>
      <dgm:t>
        <a:bodyPr/>
        <a:lstStyle/>
        <a:p>
          <a:endParaRPr lang="en-US"/>
        </a:p>
      </dgm:t>
    </dgm:pt>
    <dgm:pt modelId="{A264AEA7-EC37-4F12-93F7-507F778FC515}" type="sibTrans" cxnId="{BD4A8F1C-F3DC-4BB5-B933-C27F9B3139C0}">
      <dgm:prSet/>
      <dgm:spPr/>
      <dgm:t>
        <a:bodyPr/>
        <a:lstStyle/>
        <a:p>
          <a:endParaRPr lang="en-US"/>
        </a:p>
      </dgm:t>
    </dgm:pt>
    <dgm:pt modelId="{32ED0163-D8D2-42C0-AB32-FE807614A1CC}">
      <dgm:prSet/>
      <dgm:spPr/>
      <dgm:t>
        <a:bodyPr/>
        <a:lstStyle/>
        <a:p>
          <a:r>
            <a:rPr lang="en-US" err="1">
              <a:latin typeface="Times New Roman"/>
              <a:cs typeface="Times New Roman"/>
            </a:rPr>
            <a:t>Etherchannel</a:t>
          </a:r>
          <a:endParaRPr lang="en-US">
            <a:latin typeface="Times New Roman"/>
            <a:cs typeface="Times New Roman"/>
          </a:endParaRPr>
        </a:p>
      </dgm:t>
    </dgm:pt>
    <dgm:pt modelId="{A9795FD5-C834-4DA5-8915-35C3D19C0DCB}" type="parTrans" cxnId="{AB78A8D4-EBE1-407C-B378-FE4A868930B0}">
      <dgm:prSet/>
      <dgm:spPr/>
      <dgm:t>
        <a:bodyPr/>
        <a:lstStyle/>
        <a:p>
          <a:endParaRPr lang="en-US"/>
        </a:p>
      </dgm:t>
    </dgm:pt>
    <dgm:pt modelId="{57F5D1AE-6559-44C6-B407-9A2F8BE770D6}" type="sibTrans" cxnId="{AB78A8D4-EBE1-407C-B378-FE4A868930B0}">
      <dgm:prSet/>
      <dgm:spPr/>
      <dgm:t>
        <a:bodyPr/>
        <a:lstStyle/>
        <a:p>
          <a:endParaRPr lang="en-US"/>
        </a:p>
      </dgm:t>
    </dgm:pt>
    <dgm:pt modelId="{CBD7939C-C644-44A1-BF18-53299272A241}">
      <dgm:prSet/>
      <dgm:spPr/>
      <dgm:t>
        <a:bodyPr/>
        <a:lstStyle/>
        <a:p>
          <a:pPr rtl="0"/>
          <a:r>
            <a:rPr lang="en-US" err="1">
              <a:solidFill>
                <a:srgbClr val="FFFFFF"/>
              </a:solidFill>
              <a:latin typeface="Times New Roman"/>
              <a:cs typeface="Times New Roman"/>
            </a:rPr>
            <a:t>Vlanok</a:t>
          </a:r>
          <a:r>
            <a:rPr lang="en-US">
              <a:solidFill>
                <a:srgbClr val="FFFFFF"/>
              </a:solidFill>
              <a:latin typeface="Times New Roman"/>
              <a:cs typeface="Times New Roman"/>
            </a:rPr>
            <a:t>ra </a:t>
          </a:r>
          <a:r>
            <a:rPr lang="en-US">
              <a:latin typeface="Times New Roman"/>
              <a:cs typeface="Times New Roman"/>
            </a:rPr>
            <a:t>osztás VTP-vel</a:t>
          </a:r>
        </a:p>
      </dgm:t>
    </dgm:pt>
    <dgm:pt modelId="{4BB1D1C0-910D-49F0-88BE-FE058C49F456}" type="parTrans" cxnId="{5BA12EEF-C597-4C9C-B2CB-A88C6EF55C66}">
      <dgm:prSet/>
      <dgm:spPr/>
      <dgm:t>
        <a:bodyPr/>
        <a:lstStyle/>
        <a:p>
          <a:endParaRPr lang="en-US"/>
        </a:p>
      </dgm:t>
    </dgm:pt>
    <dgm:pt modelId="{06481DBC-B519-498F-8655-EBFF72754124}" type="sibTrans" cxnId="{5BA12EEF-C597-4C9C-B2CB-A88C6EF55C66}">
      <dgm:prSet/>
      <dgm:spPr/>
      <dgm:t>
        <a:bodyPr/>
        <a:lstStyle/>
        <a:p>
          <a:endParaRPr lang="en-US"/>
        </a:p>
      </dgm:t>
    </dgm:pt>
    <dgm:pt modelId="{0B7BF557-8354-44FA-AC3D-E692EFCC9527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Nat: </a:t>
          </a:r>
          <a:r>
            <a:rPr lang="en-US" err="1">
              <a:latin typeface="Times New Roman"/>
              <a:cs typeface="Times New Roman"/>
            </a:rPr>
            <a:t>Statikus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és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Dinamikus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címfordítás</a:t>
          </a:r>
          <a:endParaRPr lang="en-US">
            <a:latin typeface="Times New Roman"/>
            <a:cs typeface="Times New Roman"/>
          </a:endParaRPr>
        </a:p>
      </dgm:t>
    </dgm:pt>
    <dgm:pt modelId="{2DC52743-6A56-4BF6-AC74-AA3A423D79FD}" type="parTrans" cxnId="{67821673-DEF5-404A-9909-7897792E0F1C}">
      <dgm:prSet/>
      <dgm:spPr/>
      <dgm:t>
        <a:bodyPr/>
        <a:lstStyle/>
        <a:p>
          <a:endParaRPr lang="en-US"/>
        </a:p>
      </dgm:t>
    </dgm:pt>
    <dgm:pt modelId="{309BD45F-393F-41F2-909D-41249946BAB9}" type="sibTrans" cxnId="{67821673-DEF5-404A-9909-7897792E0F1C}">
      <dgm:prSet/>
      <dgm:spPr/>
      <dgm:t>
        <a:bodyPr/>
        <a:lstStyle/>
        <a:p>
          <a:endParaRPr lang="en-US"/>
        </a:p>
      </dgm:t>
    </dgm:pt>
    <dgm:pt modelId="{E51AE310-5953-4CF6-8B95-129D61F665E8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SSH ACL</a:t>
          </a:r>
        </a:p>
      </dgm:t>
    </dgm:pt>
    <dgm:pt modelId="{908D1E78-C536-4AE0-AD35-2B3EF03958D4}" type="parTrans" cxnId="{758AA7F0-F6EB-4040-8560-2775595543DF}">
      <dgm:prSet/>
      <dgm:spPr/>
      <dgm:t>
        <a:bodyPr/>
        <a:lstStyle/>
        <a:p>
          <a:endParaRPr lang="en-US"/>
        </a:p>
      </dgm:t>
    </dgm:pt>
    <dgm:pt modelId="{627462D2-E9FF-4825-9844-0B6E68DE2B33}" type="sibTrans" cxnId="{758AA7F0-F6EB-4040-8560-2775595543DF}">
      <dgm:prSet/>
      <dgm:spPr/>
      <dgm:t>
        <a:bodyPr/>
        <a:lstStyle/>
        <a:p>
          <a:endParaRPr lang="en-US"/>
        </a:p>
      </dgm:t>
    </dgm:pt>
    <dgm:pt modelId="{335A155F-B1C2-4145-86D5-8BAFA28123CA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PPP </a:t>
          </a:r>
          <a:r>
            <a:rPr lang="en-US" err="1">
              <a:latin typeface="Times New Roman"/>
              <a:cs typeface="Times New Roman"/>
            </a:rPr>
            <a:t>kapcsolat</a:t>
          </a:r>
          <a:endParaRPr lang="en-US">
            <a:latin typeface="Times New Roman"/>
            <a:cs typeface="Times New Roman"/>
          </a:endParaRPr>
        </a:p>
      </dgm:t>
    </dgm:pt>
    <dgm:pt modelId="{6B6F8E3D-4DB2-49AE-9D81-F9DE0F922F92}" type="parTrans" cxnId="{5B1CB69C-2C86-4E3E-95E0-D55DEC06BFDE}">
      <dgm:prSet/>
      <dgm:spPr/>
      <dgm:t>
        <a:bodyPr/>
        <a:lstStyle/>
        <a:p>
          <a:endParaRPr lang="en-US"/>
        </a:p>
      </dgm:t>
    </dgm:pt>
    <dgm:pt modelId="{2C245F75-621E-4A9A-BD25-E3137C85DF1E}" type="sibTrans" cxnId="{5B1CB69C-2C86-4E3E-95E0-D55DEC06BFDE}">
      <dgm:prSet/>
      <dgm:spPr/>
      <dgm:t>
        <a:bodyPr/>
        <a:lstStyle/>
        <a:p>
          <a:endParaRPr lang="en-US"/>
        </a:p>
      </dgm:t>
    </dgm:pt>
    <dgm:pt modelId="{89735CD9-7C00-410E-BD27-B896DF58E46D}">
      <dgm:prSet phldr="0"/>
      <dgm:spPr/>
      <dgm:t>
        <a:bodyPr/>
        <a:lstStyle/>
        <a:p>
          <a:pPr rtl="0"/>
          <a:r>
            <a:rPr lang="en-US" err="1">
              <a:solidFill>
                <a:srgbClr val="FFFFFF"/>
              </a:solidFill>
              <a:latin typeface="Times New Roman"/>
              <a:cs typeface="Times New Roman"/>
            </a:rPr>
            <a:t>Statikus</a:t>
          </a:r>
          <a:r>
            <a:rPr lang="en-US">
              <a:solidFill>
                <a:srgbClr val="FFFFFF"/>
              </a:solidFill>
              <a:latin typeface="Times New Roman"/>
              <a:cs typeface="Times New Roman"/>
            </a:rPr>
            <a:t> </a:t>
          </a:r>
          <a:r>
            <a:rPr lang="en-US" err="1">
              <a:solidFill>
                <a:srgbClr val="FFFFFF"/>
              </a:solidFill>
              <a:latin typeface="Times New Roman"/>
              <a:cs typeface="Times New Roman"/>
            </a:rPr>
            <a:t>forgalomirányítás</a:t>
          </a:r>
          <a:endParaRPr lang="en-US">
            <a:latin typeface="Times New Roman"/>
            <a:cs typeface="Times New Roman"/>
          </a:endParaRPr>
        </a:p>
      </dgm:t>
    </dgm:pt>
    <dgm:pt modelId="{D892770E-E078-4D1F-B572-13A7BC83A879}" type="parTrans" cxnId="{88EF6F16-5CC7-48F4-ADC2-AC69367BBE93}">
      <dgm:prSet/>
      <dgm:spPr/>
    </dgm:pt>
    <dgm:pt modelId="{1E272DCE-45FE-413D-A7FF-E4164DBF5723}" type="sibTrans" cxnId="{88EF6F16-5CC7-48F4-ADC2-AC69367BBE93}">
      <dgm:prSet/>
      <dgm:spPr/>
    </dgm:pt>
    <dgm:pt modelId="{284C6BDF-7618-4CC4-A08A-E13A798453B8}" type="pres">
      <dgm:prSet presAssocID="{09C11248-9F2F-4D25-A7F4-9318ED372FE7}" presName="linear" presStyleCnt="0">
        <dgm:presLayoutVars>
          <dgm:animLvl val="lvl"/>
          <dgm:resizeHandles val="exact"/>
        </dgm:presLayoutVars>
      </dgm:prSet>
      <dgm:spPr/>
    </dgm:pt>
    <dgm:pt modelId="{17770353-D87D-4F5E-81B4-C79FAB590617}" type="pres">
      <dgm:prSet presAssocID="{180A2DFC-25B2-40A9-BDEA-8AC34DB03E1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99F2C8A-04BB-49F2-9244-2786BB4CF0DE}" type="pres">
      <dgm:prSet presAssocID="{180A2DFC-25B2-40A9-BDEA-8AC34DB03E1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6012600-11A2-40D1-B862-86181F5DDDD6}" srcId="{09C11248-9F2F-4D25-A7F4-9318ED372FE7}" destId="{180A2DFC-25B2-40A9-BDEA-8AC34DB03E10}" srcOrd="0" destOrd="0" parTransId="{6D2155CE-730A-4FAF-9222-83A7DD4A6F78}" sibTransId="{8745295C-CD8C-4BAB-B7E5-4A2930F5B74D}"/>
    <dgm:cxn modelId="{A074BF01-C752-49EF-B598-F3B3157BF304}" type="presOf" srcId="{E51AE310-5953-4CF6-8B95-129D61F665E8}" destId="{499F2C8A-04BB-49F2-9244-2786BB4CF0DE}" srcOrd="0" destOrd="5" presId="urn:microsoft.com/office/officeart/2005/8/layout/vList2"/>
    <dgm:cxn modelId="{C6CCAE03-8A37-4CE4-9409-7FACA26FD326}" type="presOf" srcId="{CBD7939C-C644-44A1-BF18-53299272A241}" destId="{499F2C8A-04BB-49F2-9244-2786BB4CF0DE}" srcOrd="0" destOrd="3" presId="urn:microsoft.com/office/officeart/2005/8/layout/vList2"/>
    <dgm:cxn modelId="{2175C709-FA9D-44FE-9FCD-1AE607892583}" type="presOf" srcId="{32ED0163-D8D2-42C0-AB32-FE807614A1CC}" destId="{499F2C8A-04BB-49F2-9244-2786BB4CF0DE}" srcOrd="0" destOrd="2" presId="urn:microsoft.com/office/officeart/2005/8/layout/vList2"/>
    <dgm:cxn modelId="{D42AB00E-725D-496C-820F-B234AFC4C557}" type="presOf" srcId="{0C058AFA-30A9-434A-910F-9F0E74190C5F}" destId="{499F2C8A-04BB-49F2-9244-2786BB4CF0DE}" srcOrd="0" destOrd="0" presId="urn:microsoft.com/office/officeart/2005/8/layout/vList2"/>
    <dgm:cxn modelId="{84F8CA10-2A89-4863-AC1E-C265434CB51B}" type="presOf" srcId="{09C11248-9F2F-4D25-A7F4-9318ED372FE7}" destId="{284C6BDF-7618-4CC4-A08A-E13A798453B8}" srcOrd="0" destOrd="0" presId="urn:microsoft.com/office/officeart/2005/8/layout/vList2"/>
    <dgm:cxn modelId="{168ECA11-5A71-4675-AFD5-1CEEFFCF995B}" type="presOf" srcId="{89735CD9-7C00-410E-BD27-B896DF58E46D}" destId="{499F2C8A-04BB-49F2-9244-2786BB4CF0DE}" srcOrd="0" destOrd="7" presId="urn:microsoft.com/office/officeart/2005/8/layout/vList2"/>
    <dgm:cxn modelId="{88EF6F16-5CC7-48F4-ADC2-AC69367BBE93}" srcId="{180A2DFC-25B2-40A9-BDEA-8AC34DB03E10}" destId="{89735CD9-7C00-410E-BD27-B896DF58E46D}" srcOrd="7" destOrd="0" parTransId="{D892770E-E078-4D1F-B572-13A7BC83A879}" sibTransId="{1E272DCE-45FE-413D-A7FF-E4164DBF5723}"/>
    <dgm:cxn modelId="{BD4A8F1C-F3DC-4BB5-B933-C27F9B3139C0}" srcId="{180A2DFC-25B2-40A9-BDEA-8AC34DB03E10}" destId="{5F076D9D-CD63-4B06-8C62-9C82D363E971}" srcOrd="1" destOrd="0" parTransId="{B771095C-19B7-4507-B584-E1DC365C8DE8}" sibTransId="{A264AEA7-EC37-4F12-93F7-507F778FC515}"/>
    <dgm:cxn modelId="{C1DB0D26-C8C8-421A-BB52-35B00D17DDD1}" type="presOf" srcId="{180A2DFC-25B2-40A9-BDEA-8AC34DB03E10}" destId="{17770353-D87D-4F5E-81B4-C79FAB590617}" srcOrd="0" destOrd="0" presId="urn:microsoft.com/office/officeart/2005/8/layout/vList2"/>
    <dgm:cxn modelId="{67821673-DEF5-404A-9909-7897792E0F1C}" srcId="{180A2DFC-25B2-40A9-BDEA-8AC34DB03E10}" destId="{0B7BF557-8354-44FA-AC3D-E692EFCC9527}" srcOrd="4" destOrd="0" parTransId="{2DC52743-6A56-4BF6-AC74-AA3A423D79FD}" sibTransId="{309BD45F-393F-41F2-909D-41249946BAB9}"/>
    <dgm:cxn modelId="{C8912954-ADA8-4618-BEAE-6D8A0CEC7325}" type="presOf" srcId="{5F076D9D-CD63-4B06-8C62-9C82D363E971}" destId="{499F2C8A-04BB-49F2-9244-2786BB4CF0DE}" srcOrd="0" destOrd="1" presId="urn:microsoft.com/office/officeart/2005/8/layout/vList2"/>
    <dgm:cxn modelId="{D46FB57F-13B3-4EC0-92B3-2901BE97545F}" type="presOf" srcId="{335A155F-B1C2-4145-86D5-8BAFA28123CA}" destId="{499F2C8A-04BB-49F2-9244-2786BB4CF0DE}" srcOrd="0" destOrd="6" presId="urn:microsoft.com/office/officeart/2005/8/layout/vList2"/>
    <dgm:cxn modelId="{1CFCAA85-FF8B-4AC6-B126-F62B23833F73}" srcId="{180A2DFC-25B2-40A9-BDEA-8AC34DB03E10}" destId="{0C058AFA-30A9-434A-910F-9F0E74190C5F}" srcOrd="0" destOrd="0" parTransId="{A09209C5-13C2-4072-BE2B-34B60618E5E4}" sibTransId="{6B5052C7-4B04-4F7C-9A53-C94B657FD298}"/>
    <dgm:cxn modelId="{5B1CB69C-2C86-4E3E-95E0-D55DEC06BFDE}" srcId="{180A2DFC-25B2-40A9-BDEA-8AC34DB03E10}" destId="{335A155F-B1C2-4145-86D5-8BAFA28123CA}" srcOrd="6" destOrd="0" parTransId="{6B6F8E3D-4DB2-49AE-9D81-F9DE0F922F92}" sibTransId="{2C245F75-621E-4A9A-BD25-E3137C85DF1E}"/>
    <dgm:cxn modelId="{FA5333B6-DD00-462D-99D8-93DBABC734FA}" type="presOf" srcId="{0B7BF557-8354-44FA-AC3D-E692EFCC9527}" destId="{499F2C8A-04BB-49F2-9244-2786BB4CF0DE}" srcOrd="0" destOrd="4" presId="urn:microsoft.com/office/officeart/2005/8/layout/vList2"/>
    <dgm:cxn modelId="{AB78A8D4-EBE1-407C-B378-FE4A868930B0}" srcId="{180A2DFC-25B2-40A9-BDEA-8AC34DB03E10}" destId="{32ED0163-D8D2-42C0-AB32-FE807614A1CC}" srcOrd="2" destOrd="0" parTransId="{A9795FD5-C834-4DA5-8915-35C3D19C0DCB}" sibTransId="{57F5D1AE-6559-44C6-B407-9A2F8BE770D6}"/>
    <dgm:cxn modelId="{5BA12EEF-C597-4C9C-B2CB-A88C6EF55C66}" srcId="{180A2DFC-25B2-40A9-BDEA-8AC34DB03E10}" destId="{CBD7939C-C644-44A1-BF18-53299272A241}" srcOrd="3" destOrd="0" parTransId="{4BB1D1C0-910D-49F0-88BE-FE058C49F456}" sibTransId="{06481DBC-B519-498F-8655-EBFF72754124}"/>
    <dgm:cxn modelId="{758AA7F0-F6EB-4040-8560-2775595543DF}" srcId="{180A2DFC-25B2-40A9-BDEA-8AC34DB03E10}" destId="{E51AE310-5953-4CF6-8B95-129D61F665E8}" srcOrd="5" destOrd="0" parTransId="{908D1E78-C536-4AE0-AD35-2B3EF03958D4}" sibTransId="{627462D2-E9FF-4825-9844-0B6E68DE2B33}"/>
    <dgm:cxn modelId="{00ABDCA3-9E6A-49F2-AF39-2BE70639C4AF}" type="presParOf" srcId="{284C6BDF-7618-4CC4-A08A-E13A798453B8}" destId="{17770353-D87D-4F5E-81B4-C79FAB590617}" srcOrd="0" destOrd="0" presId="urn:microsoft.com/office/officeart/2005/8/layout/vList2"/>
    <dgm:cxn modelId="{19645F2F-9E47-4D0F-A096-73A9DB347E40}" type="presParOf" srcId="{284C6BDF-7618-4CC4-A08A-E13A798453B8}" destId="{499F2C8A-04BB-49F2-9244-2786BB4CF0D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C11248-9F2F-4D25-A7F4-9318ED372F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0A2DFC-25B2-40A9-BDEA-8AC34DB03E10}">
      <dgm:prSet/>
      <dgm:spPr/>
      <dgm:t>
        <a:bodyPr/>
        <a:lstStyle/>
        <a:p>
          <a:pPr rtl="0"/>
          <a:r>
            <a:rPr lang="en-US" dirty="0" err="1">
              <a:latin typeface="Times New Roman"/>
              <a:cs typeface="Times New Roman"/>
            </a:rPr>
            <a:t>Használt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technológiák</a:t>
          </a:r>
          <a:r>
            <a:rPr lang="en-US" dirty="0">
              <a:latin typeface="Times New Roman"/>
              <a:cs typeface="Times New Roman"/>
            </a:rPr>
            <a:t>:</a:t>
          </a:r>
        </a:p>
      </dgm:t>
    </dgm:pt>
    <dgm:pt modelId="{6D2155CE-730A-4FAF-9222-83A7DD4A6F78}" type="parTrans" cxnId="{A6012600-11A2-40D1-B862-86181F5DDDD6}">
      <dgm:prSet/>
      <dgm:spPr/>
      <dgm:t>
        <a:bodyPr/>
        <a:lstStyle/>
        <a:p>
          <a:endParaRPr lang="en-US"/>
        </a:p>
      </dgm:t>
    </dgm:pt>
    <dgm:pt modelId="{8745295C-CD8C-4BAB-B7E5-4A2930F5B74D}" type="sibTrans" cxnId="{A6012600-11A2-40D1-B862-86181F5DDDD6}">
      <dgm:prSet/>
      <dgm:spPr/>
      <dgm:t>
        <a:bodyPr/>
        <a:lstStyle/>
        <a:p>
          <a:endParaRPr lang="en-US"/>
        </a:p>
      </dgm:t>
    </dgm:pt>
    <dgm:pt modelId="{1927E265-698B-4B65-A19B-ACDAAB720AB8}">
      <dgm:prSet phldr="0"/>
      <dgm:spPr/>
      <dgm:t>
        <a:bodyPr/>
        <a:lstStyle/>
        <a:p>
          <a:pPr algn="l"/>
          <a:r>
            <a:rPr lang="en-US" b="1" dirty="0" err="1">
              <a:latin typeface="Times New Roman"/>
              <a:cs typeface="Times New Roman"/>
            </a:rPr>
            <a:t>Webszerverek</a:t>
          </a:r>
          <a:r>
            <a:rPr lang="en-US" b="1" dirty="0">
              <a:latin typeface="Times New Roman"/>
              <a:cs typeface="Times New Roman"/>
            </a:rPr>
            <a:t>: </a:t>
          </a:r>
        </a:p>
      </dgm:t>
    </dgm:pt>
    <dgm:pt modelId="{C5B8B5F8-30AE-478F-A114-4EF4ABC134AD}" type="parTrans" cxnId="{B1D95825-2BA4-4503-AF16-311BD0B75038}">
      <dgm:prSet/>
      <dgm:spPr/>
    </dgm:pt>
    <dgm:pt modelId="{4591CF86-F91C-4ED4-B74F-065BCF45FDED}" type="sibTrans" cxnId="{B1D95825-2BA4-4503-AF16-311BD0B75038}">
      <dgm:prSet/>
      <dgm:spPr/>
    </dgm:pt>
    <dgm:pt modelId="{E8C6016D-5853-4C1C-87DF-6E890CBC2993}">
      <dgm:prSet phldr="0"/>
      <dgm:spPr/>
      <dgm:t>
        <a:bodyPr/>
        <a:lstStyle/>
        <a:p>
          <a:pPr algn="l"/>
          <a:endParaRPr lang="en-US" dirty="0">
            <a:latin typeface="Times New Roman"/>
            <a:cs typeface="Times New Roman"/>
          </a:endParaRPr>
        </a:p>
      </dgm:t>
    </dgm:pt>
    <dgm:pt modelId="{4EEC996E-0F07-4DCC-B720-46285EFD026B}" type="parTrans" cxnId="{6E185BF0-D06A-4BF6-9EC1-BBC9C7B810BF}">
      <dgm:prSet/>
      <dgm:spPr/>
    </dgm:pt>
    <dgm:pt modelId="{014B447C-5868-453D-8BC9-F3343F722E07}" type="sibTrans" cxnId="{6E185BF0-D06A-4BF6-9EC1-BBC9C7B810BF}">
      <dgm:prSet/>
      <dgm:spPr/>
    </dgm:pt>
    <dgm:pt modelId="{CD1450E3-B10D-483F-85A9-E32CBC001080}">
      <dgm:prSet phldr="0"/>
      <dgm:spPr/>
      <dgm:t>
        <a:bodyPr/>
        <a:lstStyle/>
        <a:p>
          <a:pPr algn="l"/>
          <a:r>
            <a:rPr lang="en-US" dirty="0" err="1">
              <a:latin typeface="Times New Roman"/>
              <a:cs typeface="Times New Roman"/>
            </a:rPr>
            <a:t>Elsődleges</a:t>
          </a:r>
          <a:r>
            <a:rPr lang="en-US" dirty="0">
              <a:latin typeface="Times New Roman"/>
              <a:cs typeface="Times New Roman"/>
            </a:rPr>
            <a:t>: </a:t>
          </a:r>
          <a:r>
            <a:rPr lang="en-US" dirty="0" err="1">
              <a:latin typeface="Times New Roman"/>
              <a:cs typeface="Times New Roman"/>
            </a:rPr>
            <a:t>weboldal</a:t>
          </a:r>
          <a:r>
            <a:rPr lang="en-US" dirty="0">
              <a:latin typeface="Times New Roman"/>
              <a:cs typeface="Times New Roman"/>
            </a:rPr>
            <a:t> </a:t>
          </a:r>
        </a:p>
      </dgm:t>
    </dgm:pt>
    <dgm:pt modelId="{AD5348AC-1BDA-4DA5-9F81-DE66D0D083F3}" type="parTrans" cxnId="{8A98C3EE-DB49-4A54-B569-79BCF3EC0179}">
      <dgm:prSet/>
      <dgm:spPr/>
    </dgm:pt>
    <dgm:pt modelId="{ACC1D83C-86AB-4BB0-9FA2-2ECCC511C6DF}" type="sibTrans" cxnId="{8A98C3EE-DB49-4A54-B569-79BCF3EC0179}">
      <dgm:prSet/>
      <dgm:spPr/>
    </dgm:pt>
    <dgm:pt modelId="{76ECC967-F545-445C-81D8-E1360B14EED9}">
      <dgm:prSet phldr="0"/>
      <dgm:spPr/>
      <dgm:t>
        <a:bodyPr/>
        <a:lstStyle/>
        <a:p>
          <a:pPr algn="l"/>
          <a:endParaRPr lang="en-US">
            <a:latin typeface="Times New Roman"/>
            <a:cs typeface="Times New Roman"/>
          </a:endParaRPr>
        </a:p>
      </dgm:t>
    </dgm:pt>
    <dgm:pt modelId="{DEB754EB-C5BF-4AD6-8CCF-B1059F4E5B18}" type="parTrans" cxnId="{9B7757B2-76BA-4A74-81E2-D97416F2FC96}">
      <dgm:prSet/>
      <dgm:spPr/>
    </dgm:pt>
    <dgm:pt modelId="{0CC49A06-F0F6-4860-B0DA-DCF68134893C}" type="sibTrans" cxnId="{9B7757B2-76BA-4A74-81E2-D97416F2FC96}">
      <dgm:prSet/>
      <dgm:spPr/>
    </dgm:pt>
    <dgm:pt modelId="{D7CFE8FE-EFD0-48C8-B2E5-E1D6A509AB6E}">
      <dgm:prSet phldr="0"/>
      <dgm:spPr/>
      <dgm:t>
        <a:bodyPr/>
        <a:lstStyle/>
        <a:p>
          <a:pPr algn="l" rtl="0"/>
          <a:r>
            <a:rPr lang="en-US" dirty="0" err="1">
              <a:latin typeface="Times New Roman"/>
              <a:cs typeface="Times New Roman"/>
            </a:rPr>
            <a:t>Másodlagos</a:t>
          </a:r>
          <a:r>
            <a:rPr lang="en-US" dirty="0">
              <a:latin typeface="Times New Roman"/>
              <a:cs typeface="Times New Roman"/>
            </a:rPr>
            <a:t>: </a:t>
          </a:r>
          <a:r>
            <a:rPr lang="en-US" dirty="0" err="1">
              <a:latin typeface="Times New Roman"/>
              <a:cs typeface="Times New Roman"/>
            </a:rPr>
            <a:t>weboldal</a:t>
          </a:r>
          <a:r>
            <a:rPr lang="en-US" dirty="0">
              <a:latin typeface="Times New Roman"/>
              <a:cs typeface="Times New Roman"/>
            </a:rPr>
            <a:t>, </a:t>
          </a:r>
          <a:r>
            <a:rPr lang="en-US" dirty="0" err="1">
              <a:latin typeface="Times New Roman"/>
              <a:cs typeface="Times New Roman"/>
            </a:rPr>
            <a:t>fájl</a:t>
          </a:r>
          <a:r>
            <a:rPr lang="en-US" dirty="0">
              <a:latin typeface="Times New Roman"/>
              <a:cs typeface="Times New Roman"/>
            </a:rPr>
            <a:t>- </a:t>
          </a:r>
          <a:r>
            <a:rPr lang="en-US" sz="1800" dirty="0" err="1">
              <a:latin typeface="Times New Roman"/>
              <a:cs typeface="Times New Roman"/>
            </a:rPr>
            <a:t>és</a:t>
          </a:r>
          <a:r>
            <a:rPr lang="en-US" sz="1800" dirty="0">
              <a:latin typeface="Times New Roman"/>
              <a:cs typeface="Times New Roman"/>
            </a:rPr>
            <a:t> </a:t>
          </a:r>
          <a:r>
            <a:rPr lang="en-US" sz="1800" dirty="0" err="1">
              <a:latin typeface="Times New Roman"/>
              <a:cs typeface="Times New Roman"/>
            </a:rPr>
            <a:t>nyomtatómegosztás</a:t>
          </a:r>
          <a:r>
            <a:rPr lang="en-US" sz="1800" dirty="0">
              <a:latin typeface="Times New Roman"/>
              <a:cs typeface="Times New Roman"/>
            </a:rPr>
            <a:t>, </a:t>
          </a:r>
          <a:r>
            <a:rPr lang="en-US" sz="1800" dirty="0" err="1">
              <a:latin typeface="Times New Roman"/>
              <a:cs typeface="Times New Roman"/>
            </a:rPr>
            <a:t>automatikusmentés</a:t>
          </a:r>
          <a:r>
            <a:rPr lang="en-US" sz="1800" dirty="0">
              <a:latin typeface="Times New Roman"/>
              <a:cs typeface="Times New Roman"/>
            </a:rPr>
            <a:t>, DHCP</a:t>
          </a:r>
          <a:endParaRPr lang="en-US" dirty="0">
            <a:latin typeface="Corbel" panose="020B0503020204020204"/>
            <a:cs typeface="Times New Roman"/>
          </a:endParaRPr>
        </a:p>
      </dgm:t>
    </dgm:pt>
    <dgm:pt modelId="{7A13FBD3-7EA3-4BE5-A2C7-2955303338DC}" type="parTrans" cxnId="{D81F4148-7828-4E6C-9E39-FC771E693D0E}">
      <dgm:prSet/>
      <dgm:spPr/>
    </dgm:pt>
    <dgm:pt modelId="{2FD81E31-86EC-4B9F-ACC6-A4D5C6760C68}" type="sibTrans" cxnId="{D81F4148-7828-4E6C-9E39-FC771E693D0E}">
      <dgm:prSet/>
      <dgm:spPr/>
    </dgm:pt>
    <dgm:pt modelId="{55D3CC60-CED5-4E4A-963A-667A009B0F22}">
      <dgm:prSet phldr="0" custT="0"/>
      <dgm:spPr/>
      <dgm:t>
        <a:bodyPr/>
        <a:lstStyle/>
        <a:p>
          <a:r>
            <a:rPr lang="en-US" sz="1400" dirty="0">
              <a:latin typeface="Times New Roman"/>
              <a:cs typeface="Times New Roman"/>
            </a:rPr>
            <a:t>PPP </a:t>
          </a:r>
          <a:r>
            <a:rPr lang="en-US" sz="1400" dirty="0" err="1">
              <a:latin typeface="Times New Roman"/>
              <a:cs typeface="Times New Roman"/>
            </a:rPr>
            <a:t>kapcsolat</a:t>
          </a:r>
          <a:r>
            <a:rPr lang="en-US" sz="1400" dirty="0">
              <a:latin typeface="Times New Roman"/>
              <a:cs typeface="Times New Roman"/>
            </a:rPr>
            <a:t> </a:t>
          </a:r>
          <a:endParaRPr lang="hu-HU" sz="1400" dirty="0">
            <a:latin typeface="Times New Roman"/>
            <a:cs typeface="Times New Roman"/>
          </a:endParaRPr>
        </a:p>
      </dgm:t>
    </dgm:pt>
    <dgm:pt modelId="{DC867466-CA81-4F07-986F-840ADA9B3C13}" type="parTrans" cxnId="{8365C4F6-68CE-4913-BE84-A256ABC4C731}">
      <dgm:prSet/>
      <dgm:spPr/>
    </dgm:pt>
    <dgm:pt modelId="{AE457272-A9D1-4AB8-A71B-FBE1116A369B}" type="sibTrans" cxnId="{8365C4F6-68CE-4913-BE84-A256ABC4C731}">
      <dgm:prSet/>
      <dgm:spPr/>
    </dgm:pt>
    <dgm:pt modelId="{284C6BDF-7618-4CC4-A08A-E13A798453B8}" type="pres">
      <dgm:prSet presAssocID="{09C11248-9F2F-4D25-A7F4-9318ED372FE7}" presName="linear" presStyleCnt="0">
        <dgm:presLayoutVars>
          <dgm:animLvl val="lvl"/>
          <dgm:resizeHandles val="exact"/>
        </dgm:presLayoutVars>
      </dgm:prSet>
      <dgm:spPr/>
    </dgm:pt>
    <dgm:pt modelId="{17770353-D87D-4F5E-81B4-C79FAB590617}" type="pres">
      <dgm:prSet presAssocID="{180A2DFC-25B2-40A9-BDEA-8AC34DB03E1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A698F8A-17CE-4DD7-B2BB-135D3637AC03}" type="pres">
      <dgm:prSet presAssocID="{180A2DFC-25B2-40A9-BDEA-8AC34DB03E1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6012600-11A2-40D1-B862-86181F5DDDD6}" srcId="{09C11248-9F2F-4D25-A7F4-9318ED372FE7}" destId="{180A2DFC-25B2-40A9-BDEA-8AC34DB03E10}" srcOrd="0" destOrd="0" parTransId="{6D2155CE-730A-4FAF-9222-83A7DD4A6F78}" sibTransId="{8745295C-CD8C-4BAB-B7E5-4A2930F5B74D}"/>
    <dgm:cxn modelId="{84F8CA10-2A89-4863-AC1E-C265434CB51B}" type="presOf" srcId="{09C11248-9F2F-4D25-A7F4-9318ED372FE7}" destId="{284C6BDF-7618-4CC4-A08A-E13A798453B8}" srcOrd="0" destOrd="0" presId="urn:microsoft.com/office/officeart/2005/8/layout/vList2"/>
    <dgm:cxn modelId="{1EFFEF15-03EA-4669-8A09-D4CBDCAA4368}" type="presOf" srcId="{CD1450E3-B10D-483F-85A9-E32CBC001080}" destId="{2A698F8A-17CE-4DD7-B2BB-135D3637AC03}" srcOrd="0" destOrd="3" presId="urn:microsoft.com/office/officeart/2005/8/layout/vList2"/>
    <dgm:cxn modelId="{0B9E101C-A449-4667-99BD-11440B534325}" type="presOf" srcId="{180A2DFC-25B2-40A9-BDEA-8AC34DB03E10}" destId="{17770353-D87D-4F5E-81B4-C79FAB590617}" srcOrd="0" destOrd="0" presId="urn:microsoft.com/office/officeart/2005/8/layout/vList2"/>
    <dgm:cxn modelId="{B1D95825-2BA4-4503-AF16-311BD0B75038}" srcId="{180A2DFC-25B2-40A9-BDEA-8AC34DB03E10}" destId="{1927E265-698B-4B65-A19B-ACDAAB720AB8}" srcOrd="1" destOrd="0" parTransId="{C5B8B5F8-30AE-478F-A114-4EF4ABC134AD}" sibTransId="{4591CF86-F91C-4ED4-B74F-065BCF45FDED}"/>
    <dgm:cxn modelId="{88F2FF3B-E475-4F90-B028-8B77E51DF53C}" type="presOf" srcId="{1927E265-698B-4B65-A19B-ACDAAB720AB8}" destId="{2A698F8A-17CE-4DD7-B2BB-135D3637AC03}" srcOrd="0" destOrd="1" presId="urn:microsoft.com/office/officeart/2005/8/layout/vList2"/>
    <dgm:cxn modelId="{D81F4148-7828-4E6C-9E39-FC771E693D0E}" srcId="{180A2DFC-25B2-40A9-BDEA-8AC34DB03E10}" destId="{D7CFE8FE-EFD0-48C8-B2E5-E1D6A509AB6E}" srcOrd="5" destOrd="0" parTransId="{7A13FBD3-7EA3-4BE5-A2C7-2955303338DC}" sibTransId="{2FD81E31-86EC-4B9F-ACC6-A4D5C6760C68}"/>
    <dgm:cxn modelId="{BB5EE6A3-9113-4C97-B3BF-6C98D8F00A69}" type="presOf" srcId="{D7CFE8FE-EFD0-48C8-B2E5-E1D6A509AB6E}" destId="{2A698F8A-17CE-4DD7-B2BB-135D3637AC03}" srcOrd="0" destOrd="5" presId="urn:microsoft.com/office/officeart/2005/8/layout/vList2"/>
    <dgm:cxn modelId="{9B7757B2-76BA-4A74-81E2-D97416F2FC96}" srcId="{180A2DFC-25B2-40A9-BDEA-8AC34DB03E10}" destId="{76ECC967-F545-445C-81D8-E1360B14EED9}" srcOrd="4" destOrd="0" parTransId="{DEB754EB-C5BF-4AD6-8CCF-B1059F4E5B18}" sibTransId="{0CC49A06-F0F6-4860-B0DA-DCF68134893C}"/>
    <dgm:cxn modelId="{13631EB9-83A9-4224-85C0-CC2A4F24CDCC}" type="presOf" srcId="{E8C6016D-5853-4C1C-87DF-6E890CBC2993}" destId="{2A698F8A-17CE-4DD7-B2BB-135D3637AC03}" srcOrd="0" destOrd="2" presId="urn:microsoft.com/office/officeart/2005/8/layout/vList2"/>
    <dgm:cxn modelId="{F159D7DB-8AA2-4A1F-93C0-23D7B067E139}" type="presOf" srcId="{76ECC967-F545-445C-81D8-E1360B14EED9}" destId="{2A698F8A-17CE-4DD7-B2BB-135D3637AC03}" srcOrd="0" destOrd="4" presId="urn:microsoft.com/office/officeart/2005/8/layout/vList2"/>
    <dgm:cxn modelId="{B113F2E7-0A4F-4225-843A-B2834F7221CD}" type="presOf" srcId="{55D3CC60-CED5-4E4A-963A-667A009B0F22}" destId="{2A698F8A-17CE-4DD7-B2BB-135D3637AC03}" srcOrd="0" destOrd="0" presId="urn:microsoft.com/office/officeart/2005/8/layout/vList2"/>
    <dgm:cxn modelId="{8A98C3EE-DB49-4A54-B569-79BCF3EC0179}" srcId="{180A2DFC-25B2-40A9-BDEA-8AC34DB03E10}" destId="{CD1450E3-B10D-483F-85A9-E32CBC001080}" srcOrd="3" destOrd="0" parTransId="{AD5348AC-1BDA-4DA5-9F81-DE66D0D083F3}" sibTransId="{ACC1D83C-86AB-4BB0-9FA2-2ECCC511C6DF}"/>
    <dgm:cxn modelId="{6E185BF0-D06A-4BF6-9EC1-BBC9C7B810BF}" srcId="{180A2DFC-25B2-40A9-BDEA-8AC34DB03E10}" destId="{E8C6016D-5853-4C1C-87DF-6E890CBC2993}" srcOrd="2" destOrd="0" parTransId="{4EEC996E-0F07-4DCC-B720-46285EFD026B}" sibTransId="{014B447C-5868-453D-8BC9-F3343F722E07}"/>
    <dgm:cxn modelId="{8365C4F6-68CE-4913-BE84-A256ABC4C731}" srcId="{180A2DFC-25B2-40A9-BDEA-8AC34DB03E10}" destId="{55D3CC60-CED5-4E4A-963A-667A009B0F22}" srcOrd="0" destOrd="0" parTransId="{DC867466-CA81-4F07-986F-840ADA9B3C13}" sibTransId="{AE457272-A9D1-4AB8-A71B-FBE1116A369B}"/>
    <dgm:cxn modelId="{362FC570-92E0-4B98-9628-C656E9DA5BCE}" type="presParOf" srcId="{284C6BDF-7618-4CC4-A08A-E13A798453B8}" destId="{17770353-D87D-4F5E-81B4-C79FAB590617}" srcOrd="0" destOrd="0" presId="urn:microsoft.com/office/officeart/2005/8/layout/vList2"/>
    <dgm:cxn modelId="{11653088-DDB3-466E-99D4-D4024B1C50B4}" type="presParOf" srcId="{284C6BDF-7618-4CC4-A08A-E13A798453B8}" destId="{2A698F8A-17CE-4DD7-B2BB-135D3637AC0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7079A3-2F96-458E-8270-5180CA9476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A2A185-E2BB-4821-BC98-2BCBE7D1C323}">
      <dgm:prSet/>
      <dgm:spPr/>
      <dgm:t>
        <a:bodyPr/>
        <a:lstStyle/>
        <a:p>
          <a:r>
            <a:rPr lang="en-US" b="1" dirty="0" err="1">
              <a:latin typeface="Times New Roman"/>
              <a:cs typeface="Times New Roman"/>
            </a:rPr>
            <a:t>Használt</a:t>
          </a:r>
          <a:r>
            <a:rPr lang="en-US" b="1" dirty="0">
              <a:latin typeface="Times New Roman"/>
              <a:cs typeface="Times New Roman"/>
            </a:rPr>
            <a:t> </a:t>
          </a:r>
          <a:r>
            <a:rPr lang="en-US" b="1" dirty="0" err="1">
              <a:latin typeface="Times New Roman"/>
              <a:cs typeface="Times New Roman"/>
            </a:rPr>
            <a:t>technológiák</a:t>
          </a:r>
          <a:r>
            <a:rPr lang="en-US" b="1" dirty="0">
              <a:latin typeface="Times New Roman"/>
              <a:cs typeface="Times New Roman"/>
            </a:rPr>
            <a:t>:</a:t>
          </a:r>
          <a:endParaRPr lang="en-US" dirty="0">
            <a:latin typeface="Times New Roman"/>
            <a:cs typeface="Times New Roman"/>
          </a:endParaRPr>
        </a:p>
      </dgm:t>
    </dgm:pt>
    <dgm:pt modelId="{ECE9753F-F185-46AF-8DA8-F490E689255B}" type="parTrans" cxnId="{F5A221E4-F90B-48D1-BE5A-341E075451B3}">
      <dgm:prSet/>
      <dgm:spPr/>
      <dgm:t>
        <a:bodyPr/>
        <a:lstStyle/>
        <a:p>
          <a:endParaRPr lang="en-US"/>
        </a:p>
      </dgm:t>
    </dgm:pt>
    <dgm:pt modelId="{641A5FA3-D9EA-449E-AF1D-1B1248183644}" type="sibTrans" cxnId="{F5A221E4-F90B-48D1-BE5A-341E075451B3}">
      <dgm:prSet/>
      <dgm:spPr/>
      <dgm:t>
        <a:bodyPr/>
        <a:lstStyle/>
        <a:p>
          <a:endParaRPr lang="en-US"/>
        </a:p>
      </dgm:t>
    </dgm:pt>
    <dgm:pt modelId="{001B5445-1BC4-4E7F-BB36-7F0638A828C8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PPP </a:t>
          </a:r>
          <a:r>
            <a:rPr lang="en-US" dirty="0" err="1">
              <a:latin typeface="Times New Roman"/>
              <a:cs typeface="Times New Roman"/>
            </a:rPr>
            <a:t>kapcsolat</a:t>
          </a:r>
          <a:endParaRPr lang="en-US" dirty="0">
            <a:latin typeface="Times New Roman"/>
            <a:cs typeface="Times New Roman"/>
          </a:endParaRPr>
        </a:p>
      </dgm:t>
    </dgm:pt>
    <dgm:pt modelId="{70881987-565F-411C-AABC-86432D983C51}" type="parTrans" cxnId="{C83786DF-7599-4D37-A8C7-2D83E19029AC}">
      <dgm:prSet/>
      <dgm:spPr/>
      <dgm:t>
        <a:bodyPr/>
        <a:lstStyle/>
        <a:p>
          <a:endParaRPr lang="en-US"/>
        </a:p>
      </dgm:t>
    </dgm:pt>
    <dgm:pt modelId="{34901C4A-9B0D-472B-8AA6-0E955C872D7C}" type="sibTrans" cxnId="{C83786DF-7599-4D37-A8C7-2D83E19029AC}">
      <dgm:prSet/>
      <dgm:spPr/>
      <dgm:t>
        <a:bodyPr/>
        <a:lstStyle/>
        <a:p>
          <a:endParaRPr lang="en-US"/>
        </a:p>
      </dgm:t>
    </dgm:pt>
    <dgm:pt modelId="{8A432712-91CB-485F-BE71-0BD7537774BD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DNS </a:t>
          </a:r>
          <a:r>
            <a:rPr lang="en-US" dirty="0" err="1">
              <a:latin typeface="Times New Roman"/>
              <a:cs typeface="Times New Roman"/>
            </a:rPr>
            <a:t>szerver</a:t>
          </a:r>
          <a:r>
            <a:rPr lang="en-US" dirty="0">
              <a:latin typeface="Times New Roman"/>
              <a:cs typeface="Times New Roman"/>
            </a:rPr>
            <a:t>: 8.8.8.8 Nagytet.hu</a:t>
          </a:r>
        </a:p>
      </dgm:t>
    </dgm:pt>
    <dgm:pt modelId="{84FCCDB6-026F-4601-B82E-5853B5BA8FAE}" type="parTrans" cxnId="{F5274486-4403-40C4-8290-736D01F115FF}">
      <dgm:prSet/>
      <dgm:spPr/>
      <dgm:t>
        <a:bodyPr/>
        <a:lstStyle/>
        <a:p>
          <a:endParaRPr lang="en-US"/>
        </a:p>
      </dgm:t>
    </dgm:pt>
    <dgm:pt modelId="{523C6A6E-53B3-416C-A546-B3F5A78E5B07}" type="sibTrans" cxnId="{F5274486-4403-40C4-8290-736D01F115FF}">
      <dgm:prSet/>
      <dgm:spPr/>
      <dgm:t>
        <a:bodyPr/>
        <a:lstStyle/>
        <a:p>
          <a:endParaRPr lang="en-US"/>
        </a:p>
      </dgm:t>
    </dgm:pt>
    <dgm:pt modelId="{7C2CB053-0082-44CD-A27F-BDC087973496}">
      <dgm:prSet/>
      <dgm:spPr/>
      <dgm:t>
        <a:bodyPr/>
        <a:lstStyle/>
        <a:p>
          <a:r>
            <a:rPr lang="en-US" dirty="0" err="1">
              <a:latin typeface="Times New Roman"/>
              <a:cs typeface="Times New Roman"/>
            </a:rPr>
            <a:t>Tűzfal</a:t>
          </a:r>
          <a:r>
            <a:rPr lang="en-US" dirty="0">
              <a:latin typeface="Times New Roman"/>
              <a:cs typeface="Times New Roman"/>
            </a:rPr>
            <a:t>: DNS </a:t>
          </a:r>
          <a:r>
            <a:rPr lang="en-US" dirty="0" err="1">
              <a:latin typeface="Times New Roman"/>
              <a:cs typeface="Times New Roman"/>
            </a:rPr>
            <a:t>szerverre</a:t>
          </a:r>
          <a:r>
            <a:rPr lang="en-US" dirty="0">
              <a:latin typeface="Times New Roman"/>
              <a:cs typeface="Times New Roman"/>
            </a:rPr>
            <a:t> A</a:t>
          </a:r>
          <a:r>
            <a:rPr lang="hu-HU" dirty="0">
              <a:latin typeface="Times New Roman"/>
              <a:cs typeface="Times New Roman"/>
            </a:rPr>
            <a:t>CL</a:t>
          </a:r>
          <a:endParaRPr lang="en-US" dirty="0">
            <a:latin typeface="Times New Roman"/>
            <a:cs typeface="Times New Roman"/>
          </a:endParaRPr>
        </a:p>
      </dgm:t>
    </dgm:pt>
    <dgm:pt modelId="{3DE21FAB-09E9-4D77-8994-EEFC1EB72359}" type="parTrans" cxnId="{0E6F708F-867D-4118-8526-FA00218C2D76}">
      <dgm:prSet/>
      <dgm:spPr/>
      <dgm:t>
        <a:bodyPr/>
        <a:lstStyle/>
        <a:p>
          <a:endParaRPr lang="en-US"/>
        </a:p>
      </dgm:t>
    </dgm:pt>
    <dgm:pt modelId="{D4A66871-486A-47E2-B662-A6429ECE3945}" type="sibTrans" cxnId="{0E6F708F-867D-4118-8526-FA00218C2D76}">
      <dgm:prSet/>
      <dgm:spPr/>
      <dgm:t>
        <a:bodyPr/>
        <a:lstStyle/>
        <a:p>
          <a:endParaRPr lang="en-US"/>
        </a:p>
      </dgm:t>
    </dgm:pt>
    <dgm:pt modelId="{7046A9FE-5297-45D5-8F91-4F46FE546373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IPV4 IPV6 </a:t>
          </a:r>
          <a:r>
            <a:rPr lang="en-US" dirty="0" err="1">
              <a:latin typeface="Times New Roman"/>
              <a:cs typeface="Times New Roman"/>
            </a:rPr>
            <a:t>Dualstack</a:t>
          </a:r>
          <a:r>
            <a:rPr lang="en-US" dirty="0">
              <a:latin typeface="Times New Roman"/>
              <a:cs typeface="Times New Roman"/>
            </a:rPr>
            <a:t> a </a:t>
          </a:r>
          <a:r>
            <a:rPr lang="en-US" dirty="0" err="1">
              <a:latin typeface="Times New Roman"/>
              <a:cs typeface="Times New Roman"/>
            </a:rPr>
            <a:t>Tűzfal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belső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hálózatában</a:t>
          </a:r>
          <a:endParaRPr lang="en-US" dirty="0">
            <a:latin typeface="Times New Roman"/>
            <a:cs typeface="Times New Roman"/>
          </a:endParaRPr>
        </a:p>
      </dgm:t>
    </dgm:pt>
    <dgm:pt modelId="{9F878E08-022F-48F4-AF93-96819F5E54E9}" type="parTrans" cxnId="{A6B03F12-22B8-423A-9BCF-9EE19DAE91FA}">
      <dgm:prSet/>
      <dgm:spPr/>
      <dgm:t>
        <a:bodyPr/>
        <a:lstStyle/>
        <a:p>
          <a:endParaRPr lang="en-US"/>
        </a:p>
      </dgm:t>
    </dgm:pt>
    <dgm:pt modelId="{5E93C67F-C126-4CE9-A34F-475C292FB1F7}" type="sibTrans" cxnId="{A6B03F12-22B8-423A-9BCF-9EE19DAE91FA}">
      <dgm:prSet/>
      <dgm:spPr/>
      <dgm:t>
        <a:bodyPr/>
        <a:lstStyle/>
        <a:p>
          <a:endParaRPr lang="en-US"/>
        </a:p>
      </dgm:t>
    </dgm:pt>
    <dgm:pt modelId="{03FB0008-D459-43E0-B7F7-5855E39B19A5}">
      <dgm:prSet/>
      <dgm:spPr/>
      <dgm:t>
        <a:bodyPr/>
        <a:lstStyle/>
        <a:p>
          <a:r>
            <a:rPr lang="en-US" dirty="0" err="1">
              <a:latin typeface="Times New Roman"/>
              <a:cs typeface="Times New Roman"/>
            </a:rPr>
            <a:t>Redundancia</a:t>
          </a:r>
          <a:r>
            <a:rPr lang="en-US" dirty="0">
              <a:latin typeface="Times New Roman"/>
              <a:cs typeface="Times New Roman"/>
            </a:rPr>
            <a:t> a Backoffice </a:t>
          </a:r>
          <a:r>
            <a:rPr lang="en-US" dirty="0" err="1">
              <a:latin typeface="Times New Roman"/>
              <a:cs typeface="Times New Roman"/>
            </a:rPr>
            <a:t>routereknek</a:t>
          </a:r>
          <a:endParaRPr lang="en-US" dirty="0">
            <a:latin typeface="Times New Roman"/>
            <a:cs typeface="Times New Roman"/>
          </a:endParaRPr>
        </a:p>
      </dgm:t>
    </dgm:pt>
    <dgm:pt modelId="{6D5F54FD-4C1E-441E-9DA3-371213E615EF}" type="parTrans" cxnId="{B71453A9-AEA3-4927-B9EF-4A4A307C2A21}">
      <dgm:prSet/>
      <dgm:spPr/>
      <dgm:t>
        <a:bodyPr/>
        <a:lstStyle/>
        <a:p>
          <a:endParaRPr lang="en-US"/>
        </a:p>
      </dgm:t>
    </dgm:pt>
    <dgm:pt modelId="{A2F442E7-A7EF-467F-89A5-3945975EE197}" type="sibTrans" cxnId="{B71453A9-AEA3-4927-B9EF-4A4A307C2A21}">
      <dgm:prSet/>
      <dgm:spPr/>
      <dgm:t>
        <a:bodyPr/>
        <a:lstStyle/>
        <a:p>
          <a:endParaRPr lang="en-US"/>
        </a:p>
      </dgm:t>
    </dgm:pt>
    <dgm:pt modelId="{3FA5A4C2-D647-49C8-B8D6-DBA67A324374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O</a:t>
          </a:r>
          <a:r>
            <a:rPr lang="hu-HU" dirty="0">
              <a:latin typeface="Times New Roman"/>
              <a:cs typeface="Times New Roman"/>
            </a:rPr>
            <a:t>SPF</a:t>
          </a:r>
          <a:r>
            <a:rPr lang="en-US" dirty="0">
              <a:latin typeface="Times New Roman"/>
              <a:cs typeface="Times New Roman"/>
            </a:rPr>
            <a:t>v2 </a:t>
          </a:r>
          <a:r>
            <a:rPr lang="en-US" dirty="0" err="1">
              <a:latin typeface="Times New Roman"/>
              <a:cs typeface="Times New Roman"/>
            </a:rPr>
            <a:t>és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statikus</a:t>
          </a:r>
          <a:r>
            <a:rPr lang="en-US" dirty="0">
              <a:latin typeface="Times New Roman"/>
              <a:cs typeface="Times New Roman"/>
            </a:rPr>
            <a:t> </a:t>
          </a:r>
          <a:r>
            <a:rPr lang="en-US" dirty="0" err="1">
              <a:latin typeface="Times New Roman"/>
              <a:cs typeface="Times New Roman"/>
            </a:rPr>
            <a:t>forgalomirányítás</a:t>
          </a:r>
          <a:endParaRPr lang="en-US" dirty="0">
            <a:latin typeface="Times New Roman"/>
            <a:cs typeface="Times New Roman"/>
          </a:endParaRPr>
        </a:p>
      </dgm:t>
    </dgm:pt>
    <dgm:pt modelId="{EDFAD184-DD30-42EE-BCB7-724CD8568687}" type="parTrans" cxnId="{FDD6CF17-A2AD-436B-B0B5-CCFE17DC6271}">
      <dgm:prSet/>
      <dgm:spPr/>
      <dgm:t>
        <a:bodyPr/>
        <a:lstStyle/>
        <a:p>
          <a:endParaRPr lang="en-US"/>
        </a:p>
      </dgm:t>
    </dgm:pt>
    <dgm:pt modelId="{C11F0E3B-D0FA-4E18-978D-1F825E906BFB}" type="sibTrans" cxnId="{FDD6CF17-A2AD-436B-B0B5-CCFE17DC6271}">
      <dgm:prSet/>
      <dgm:spPr/>
      <dgm:t>
        <a:bodyPr/>
        <a:lstStyle/>
        <a:p>
          <a:endParaRPr lang="en-US"/>
        </a:p>
      </dgm:t>
    </dgm:pt>
    <dgm:pt modelId="{683F9AEF-2BF6-4A92-8A3D-0B70F87F707C}" type="pres">
      <dgm:prSet presAssocID="{1B7079A3-2F96-458E-8270-5180CA947625}" presName="linear" presStyleCnt="0">
        <dgm:presLayoutVars>
          <dgm:animLvl val="lvl"/>
          <dgm:resizeHandles val="exact"/>
        </dgm:presLayoutVars>
      </dgm:prSet>
      <dgm:spPr/>
    </dgm:pt>
    <dgm:pt modelId="{1B37CDDB-6419-46B3-BEBC-08F74ACDF259}" type="pres">
      <dgm:prSet presAssocID="{05A2A185-E2BB-4821-BC98-2BCBE7D1C32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B067693-F53A-43F3-9AEF-D80934BD29E3}" type="pres">
      <dgm:prSet presAssocID="{05A2A185-E2BB-4821-BC98-2BCBE7D1C32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ADA0203-1C88-49EF-83F3-FE7D3297D187}" type="presOf" srcId="{1B7079A3-2F96-458E-8270-5180CA947625}" destId="{683F9AEF-2BF6-4A92-8A3D-0B70F87F707C}" srcOrd="0" destOrd="0" presId="urn:microsoft.com/office/officeart/2005/8/layout/vList2"/>
    <dgm:cxn modelId="{5420A406-6A5A-45E0-A5AF-FF35338132D9}" type="presOf" srcId="{001B5445-1BC4-4E7F-BB36-7F0638A828C8}" destId="{5B067693-F53A-43F3-9AEF-D80934BD29E3}" srcOrd="0" destOrd="0" presId="urn:microsoft.com/office/officeart/2005/8/layout/vList2"/>
    <dgm:cxn modelId="{A6B03F12-22B8-423A-9BCF-9EE19DAE91FA}" srcId="{05A2A185-E2BB-4821-BC98-2BCBE7D1C323}" destId="{7046A9FE-5297-45D5-8F91-4F46FE546373}" srcOrd="3" destOrd="0" parTransId="{9F878E08-022F-48F4-AF93-96819F5E54E9}" sibTransId="{5E93C67F-C126-4CE9-A34F-475C292FB1F7}"/>
    <dgm:cxn modelId="{FDD6CF17-A2AD-436B-B0B5-CCFE17DC6271}" srcId="{05A2A185-E2BB-4821-BC98-2BCBE7D1C323}" destId="{3FA5A4C2-D647-49C8-B8D6-DBA67A324374}" srcOrd="5" destOrd="0" parTransId="{EDFAD184-DD30-42EE-BCB7-724CD8568687}" sibTransId="{C11F0E3B-D0FA-4E18-978D-1F825E906BFB}"/>
    <dgm:cxn modelId="{F4B94121-B806-490B-AC5D-A7DA8492D046}" type="presOf" srcId="{03FB0008-D459-43E0-B7F7-5855E39B19A5}" destId="{5B067693-F53A-43F3-9AEF-D80934BD29E3}" srcOrd="0" destOrd="4" presId="urn:microsoft.com/office/officeart/2005/8/layout/vList2"/>
    <dgm:cxn modelId="{C2D77127-1FFE-48C5-88CD-BB09F6D592DF}" type="presOf" srcId="{7046A9FE-5297-45D5-8F91-4F46FE546373}" destId="{5B067693-F53A-43F3-9AEF-D80934BD29E3}" srcOrd="0" destOrd="3" presId="urn:microsoft.com/office/officeart/2005/8/layout/vList2"/>
    <dgm:cxn modelId="{F3E2467A-4A48-4C35-8FE7-237C8F9A931F}" type="presOf" srcId="{05A2A185-E2BB-4821-BC98-2BCBE7D1C323}" destId="{1B37CDDB-6419-46B3-BEBC-08F74ACDF259}" srcOrd="0" destOrd="0" presId="urn:microsoft.com/office/officeart/2005/8/layout/vList2"/>
    <dgm:cxn modelId="{93C9557B-EFFD-4E3B-8232-03651598C2D1}" type="presOf" srcId="{3FA5A4C2-D647-49C8-B8D6-DBA67A324374}" destId="{5B067693-F53A-43F3-9AEF-D80934BD29E3}" srcOrd="0" destOrd="5" presId="urn:microsoft.com/office/officeart/2005/8/layout/vList2"/>
    <dgm:cxn modelId="{2873C582-8FE9-4AF1-9962-9D5CDEBFFBA0}" type="presOf" srcId="{7C2CB053-0082-44CD-A27F-BDC087973496}" destId="{5B067693-F53A-43F3-9AEF-D80934BD29E3}" srcOrd="0" destOrd="2" presId="urn:microsoft.com/office/officeart/2005/8/layout/vList2"/>
    <dgm:cxn modelId="{F5274486-4403-40C4-8290-736D01F115FF}" srcId="{05A2A185-E2BB-4821-BC98-2BCBE7D1C323}" destId="{8A432712-91CB-485F-BE71-0BD7537774BD}" srcOrd="1" destOrd="0" parTransId="{84FCCDB6-026F-4601-B82E-5853B5BA8FAE}" sibTransId="{523C6A6E-53B3-416C-A546-B3F5A78E5B07}"/>
    <dgm:cxn modelId="{0E6F708F-867D-4118-8526-FA00218C2D76}" srcId="{05A2A185-E2BB-4821-BC98-2BCBE7D1C323}" destId="{7C2CB053-0082-44CD-A27F-BDC087973496}" srcOrd="2" destOrd="0" parTransId="{3DE21FAB-09E9-4D77-8994-EEFC1EB72359}" sibTransId="{D4A66871-486A-47E2-B662-A6429ECE3945}"/>
    <dgm:cxn modelId="{B71453A9-AEA3-4927-B9EF-4A4A307C2A21}" srcId="{05A2A185-E2BB-4821-BC98-2BCBE7D1C323}" destId="{03FB0008-D459-43E0-B7F7-5855E39B19A5}" srcOrd="4" destOrd="0" parTransId="{6D5F54FD-4C1E-441E-9DA3-371213E615EF}" sibTransId="{A2F442E7-A7EF-467F-89A5-3945975EE197}"/>
    <dgm:cxn modelId="{35815FCB-B73C-4038-AA1C-51D5706DF94E}" type="presOf" srcId="{8A432712-91CB-485F-BE71-0BD7537774BD}" destId="{5B067693-F53A-43F3-9AEF-D80934BD29E3}" srcOrd="0" destOrd="1" presId="urn:microsoft.com/office/officeart/2005/8/layout/vList2"/>
    <dgm:cxn modelId="{C83786DF-7599-4D37-A8C7-2D83E19029AC}" srcId="{05A2A185-E2BB-4821-BC98-2BCBE7D1C323}" destId="{001B5445-1BC4-4E7F-BB36-7F0638A828C8}" srcOrd="0" destOrd="0" parTransId="{70881987-565F-411C-AABC-86432D983C51}" sibTransId="{34901C4A-9B0D-472B-8AA6-0E955C872D7C}"/>
    <dgm:cxn modelId="{F5A221E4-F90B-48D1-BE5A-341E075451B3}" srcId="{1B7079A3-2F96-458E-8270-5180CA947625}" destId="{05A2A185-E2BB-4821-BC98-2BCBE7D1C323}" srcOrd="0" destOrd="0" parTransId="{ECE9753F-F185-46AF-8DA8-F490E689255B}" sibTransId="{641A5FA3-D9EA-449E-AF1D-1B1248183644}"/>
    <dgm:cxn modelId="{4B6B749A-F462-41FA-9077-C033EFA87DC1}" type="presParOf" srcId="{683F9AEF-2BF6-4A92-8A3D-0B70F87F707C}" destId="{1B37CDDB-6419-46B3-BEBC-08F74ACDF259}" srcOrd="0" destOrd="0" presId="urn:microsoft.com/office/officeart/2005/8/layout/vList2"/>
    <dgm:cxn modelId="{7EB8E5BC-E0D0-4940-9049-FD39AF78CB5E}" type="presParOf" srcId="{683F9AEF-2BF6-4A92-8A3D-0B70F87F707C}" destId="{5B067693-F53A-43F3-9AEF-D80934BD29E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C11248-9F2F-4D25-A7F4-9318ED372F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0A2DFC-25B2-40A9-BDEA-8AC34DB03E10}">
      <dgm:prSet/>
      <dgm:spPr/>
      <dgm:t>
        <a:bodyPr/>
        <a:lstStyle/>
        <a:p>
          <a:r>
            <a:rPr lang="en-US" err="1">
              <a:latin typeface="Times New Roman"/>
              <a:cs typeface="Times New Roman"/>
            </a:rPr>
            <a:t>Használt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 err="1">
              <a:latin typeface="Times New Roman"/>
              <a:cs typeface="Times New Roman"/>
            </a:rPr>
            <a:t>technológiák</a:t>
          </a:r>
          <a:r>
            <a:rPr lang="en-US">
              <a:latin typeface="Times New Roman"/>
              <a:cs typeface="Times New Roman"/>
            </a:rPr>
            <a:t>:</a:t>
          </a:r>
        </a:p>
      </dgm:t>
    </dgm:pt>
    <dgm:pt modelId="{6D2155CE-730A-4FAF-9222-83A7DD4A6F78}" type="parTrans" cxnId="{A6012600-11A2-40D1-B862-86181F5DDDD6}">
      <dgm:prSet/>
      <dgm:spPr/>
      <dgm:t>
        <a:bodyPr/>
        <a:lstStyle/>
        <a:p>
          <a:endParaRPr lang="en-US"/>
        </a:p>
      </dgm:t>
    </dgm:pt>
    <dgm:pt modelId="{8745295C-CD8C-4BAB-B7E5-4A2930F5B74D}" type="sibTrans" cxnId="{A6012600-11A2-40D1-B862-86181F5DDDD6}">
      <dgm:prSet/>
      <dgm:spPr/>
      <dgm:t>
        <a:bodyPr/>
        <a:lstStyle/>
        <a:p>
          <a:endParaRPr lang="en-US"/>
        </a:p>
      </dgm:t>
    </dgm:pt>
    <dgm:pt modelId="{CBD7939C-C644-44A1-BF18-53299272A241}">
      <dgm:prSet/>
      <dgm:spPr/>
      <dgm:t>
        <a:bodyPr/>
        <a:lstStyle/>
        <a:p>
          <a:pPr algn="l"/>
          <a:r>
            <a:rPr lang="en-US"/>
            <a:t>Vlanokra osztás </a:t>
          </a:r>
        </a:p>
      </dgm:t>
    </dgm:pt>
    <dgm:pt modelId="{4BB1D1C0-910D-49F0-88BE-FE058C49F456}" type="parTrans" cxnId="{5BA12EEF-C597-4C9C-B2CB-A88C6EF55C66}">
      <dgm:prSet/>
      <dgm:spPr/>
      <dgm:t>
        <a:bodyPr/>
        <a:lstStyle/>
        <a:p>
          <a:endParaRPr lang="en-US"/>
        </a:p>
      </dgm:t>
    </dgm:pt>
    <dgm:pt modelId="{06481DBC-B519-498F-8655-EBFF72754124}" type="sibTrans" cxnId="{5BA12EEF-C597-4C9C-B2CB-A88C6EF55C66}">
      <dgm:prSet/>
      <dgm:spPr/>
      <dgm:t>
        <a:bodyPr/>
        <a:lstStyle/>
        <a:p>
          <a:endParaRPr lang="en-US"/>
        </a:p>
      </dgm:t>
    </dgm:pt>
    <dgm:pt modelId="{0B7BF557-8354-44FA-AC3D-E692EFCC9527}">
      <dgm:prSet/>
      <dgm:spPr/>
      <dgm:t>
        <a:bodyPr/>
        <a:lstStyle/>
        <a:p>
          <a:pPr algn="l"/>
          <a:r>
            <a:rPr lang="en-US" err="1"/>
            <a:t>Wifi</a:t>
          </a:r>
          <a:r>
            <a:rPr lang="en-US"/>
            <a:t> </a:t>
          </a:r>
          <a:r>
            <a:rPr lang="en-US" err="1"/>
            <a:t>hálózatok</a:t>
          </a:r>
          <a:r>
            <a:rPr lang="en-US"/>
            <a:t>: Office </a:t>
          </a:r>
          <a:r>
            <a:rPr lang="en-US" err="1"/>
            <a:t>és</a:t>
          </a:r>
          <a:r>
            <a:rPr lang="en-US"/>
            <a:t> Vendég </a:t>
          </a:r>
          <a:endParaRPr lang="en-US" sz="1800"/>
        </a:p>
      </dgm:t>
    </dgm:pt>
    <dgm:pt modelId="{2DC52743-6A56-4BF6-AC74-AA3A423D79FD}" type="parTrans" cxnId="{67821673-DEF5-404A-9909-7897792E0F1C}">
      <dgm:prSet/>
      <dgm:spPr/>
      <dgm:t>
        <a:bodyPr/>
        <a:lstStyle/>
        <a:p>
          <a:endParaRPr lang="en-US"/>
        </a:p>
      </dgm:t>
    </dgm:pt>
    <dgm:pt modelId="{309BD45F-393F-41F2-909D-41249946BAB9}" type="sibTrans" cxnId="{67821673-DEF5-404A-9909-7897792E0F1C}">
      <dgm:prSet/>
      <dgm:spPr/>
      <dgm:t>
        <a:bodyPr/>
        <a:lstStyle/>
        <a:p>
          <a:endParaRPr lang="en-US"/>
        </a:p>
      </dgm:t>
    </dgm:pt>
    <dgm:pt modelId="{335A155F-B1C2-4145-86D5-8BAFA28123CA}">
      <dgm:prSet/>
      <dgm:spPr/>
      <dgm:t>
        <a:bodyPr/>
        <a:lstStyle/>
        <a:p>
          <a:pPr algn="l"/>
          <a:r>
            <a:rPr lang="en-US"/>
            <a:t>PPP kapcsolat </a:t>
          </a:r>
        </a:p>
      </dgm:t>
    </dgm:pt>
    <dgm:pt modelId="{6B6F8E3D-4DB2-49AE-9D81-F9DE0F922F92}" type="parTrans" cxnId="{5B1CB69C-2C86-4E3E-95E0-D55DEC06BFDE}">
      <dgm:prSet/>
      <dgm:spPr/>
      <dgm:t>
        <a:bodyPr/>
        <a:lstStyle/>
        <a:p>
          <a:endParaRPr lang="en-US"/>
        </a:p>
      </dgm:t>
    </dgm:pt>
    <dgm:pt modelId="{2C245F75-621E-4A9A-BD25-E3137C85DF1E}" type="sibTrans" cxnId="{5B1CB69C-2C86-4E3E-95E0-D55DEC06BFDE}">
      <dgm:prSet/>
      <dgm:spPr/>
      <dgm:t>
        <a:bodyPr/>
        <a:lstStyle/>
        <a:p>
          <a:endParaRPr lang="en-US"/>
        </a:p>
      </dgm:t>
    </dgm:pt>
    <dgm:pt modelId="{89735CD9-7C00-410E-BD27-B896DF58E46D}">
      <dgm:prSet phldr="0"/>
      <dgm:spPr/>
      <dgm:t>
        <a:bodyPr/>
        <a:lstStyle/>
        <a:p>
          <a:pPr algn="l"/>
          <a:r>
            <a:rPr lang="en-US"/>
            <a:t>Statikus forgalomirányítás </a:t>
          </a:r>
        </a:p>
      </dgm:t>
    </dgm:pt>
    <dgm:pt modelId="{D892770E-E078-4D1F-B572-13A7BC83A879}" type="parTrans" cxnId="{88EF6F16-5CC7-48F4-ADC2-AC69367BBE93}">
      <dgm:prSet/>
      <dgm:spPr/>
    </dgm:pt>
    <dgm:pt modelId="{1E272DCE-45FE-413D-A7FF-E4164DBF5723}" type="sibTrans" cxnId="{88EF6F16-5CC7-48F4-ADC2-AC69367BBE93}">
      <dgm:prSet/>
      <dgm:spPr/>
    </dgm:pt>
    <dgm:pt modelId="{AEE83A26-8F4F-4860-91A0-1A52DFCDB2D7}">
      <dgm:prSet phldr="0"/>
      <dgm:spPr/>
      <dgm:t>
        <a:bodyPr/>
        <a:lstStyle/>
        <a:p>
          <a:pPr algn="l"/>
          <a:r>
            <a:rPr lang="en-US"/>
            <a:t>Dinamikus NAT klienseknek </a:t>
          </a:r>
        </a:p>
      </dgm:t>
    </dgm:pt>
    <dgm:pt modelId="{E7A399CC-0E98-4BFA-A3F7-9AA755427673}" type="parTrans" cxnId="{D33E8223-F636-4B4F-AD01-1C97403F3B23}">
      <dgm:prSet/>
      <dgm:spPr/>
    </dgm:pt>
    <dgm:pt modelId="{8B160A3E-1F99-4935-9CB6-C6E61EC7ED08}" type="sibTrans" cxnId="{D33E8223-F636-4B4F-AD01-1C97403F3B23}">
      <dgm:prSet/>
      <dgm:spPr/>
    </dgm:pt>
    <dgm:pt modelId="{1AB10A88-D221-4AAD-9485-0B0D3D256D66}">
      <dgm:prSet phldr="0"/>
      <dgm:spPr/>
      <dgm:t>
        <a:bodyPr/>
        <a:lstStyle/>
        <a:p>
          <a:pPr algn="l"/>
          <a:r>
            <a:rPr lang="en-US">
              <a:latin typeface="Corbel" panose="020B0503020204020204"/>
            </a:rPr>
            <a:t>VPN</a:t>
          </a:r>
          <a:r>
            <a:rPr lang="en-US"/>
            <a:t> </a:t>
          </a:r>
          <a:r>
            <a:rPr lang="en-US" err="1"/>
            <a:t>kapcsolat</a:t>
          </a:r>
          <a:r>
            <a:rPr lang="en-US"/>
            <a:t> </a:t>
          </a:r>
          <a:endParaRPr lang="hu-HU"/>
        </a:p>
      </dgm:t>
    </dgm:pt>
    <dgm:pt modelId="{4D221166-3C9B-4CFB-9045-F756FFA25576}" type="parTrans" cxnId="{12D4DBC7-CD00-4B75-A9C9-799C15351C6B}">
      <dgm:prSet/>
      <dgm:spPr/>
    </dgm:pt>
    <dgm:pt modelId="{4E9019B2-3276-4D0D-AA9C-AFB138FCDBC8}" type="sibTrans" cxnId="{12D4DBC7-CD00-4B75-A9C9-799C15351C6B}">
      <dgm:prSet/>
      <dgm:spPr/>
    </dgm:pt>
    <dgm:pt modelId="{99675952-BCAE-4158-9545-ED89D9BC8BEE}">
      <dgm:prSet phldr="0"/>
      <dgm:spPr/>
      <dgm:t>
        <a:bodyPr/>
        <a:lstStyle/>
        <a:p>
          <a:pPr algn="l"/>
          <a:r>
            <a:rPr lang="en-US"/>
            <a:t>DHCP szerver </a:t>
          </a:r>
        </a:p>
      </dgm:t>
    </dgm:pt>
    <dgm:pt modelId="{0FC09678-BB43-40F2-B9E5-679108274D85}" type="parTrans" cxnId="{412BCA84-B5CD-47BC-9F3F-FB9C45FE7A79}">
      <dgm:prSet/>
      <dgm:spPr/>
    </dgm:pt>
    <dgm:pt modelId="{55002AE0-FC0C-498A-9898-DBF89AE5ACDB}" type="sibTrans" cxnId="{412BCA84-B5CD-47BC-9F3F-FB9C45FE7A79}">
      <dgm:prSet/>
      <dgm:spPr/>
    </dgm:pt>
    <dgm:pt modelId="{BCA0D2AB-0594-41EB-A8BB-701136815314}">
      <dgm:prSet phldr="0"/>
      <dgm:spPr/>
      <dgm:t>
        <a:bodyPr/>
        <a:lstStyle/>
        <a:p>
          <a:pPr algn="l"/>
          <a:r>
            <a:rPr lang="en-US"/>
            <a:t>SSH ACL</a:t>
          </a:r>
        </a:p>
      </dgm:t>
    </dgm:pt>
    <dgm:pt modelId="{116ABC71-BAA2-4FCD-9CA6-768B86889FC2}" type="parTrans" cxnId="{3E8A1EDA-5BB0-40B5-80E9-DC932B213694}">
      <dgm:prSet/>
      <dgm:spPr/>
    </dgm:pt>
    <dgm:pt modelId="{882D0F7C-660A-4957-86CD-96697A22D03E}" type="sibTrans" cxnId="{3E8A1EDA-5BB0-40B5-80E9-DC932B213694}">
      <dgm:prSet/>
      <dgm:spPr/>
    </dgm:pt>
    <dgm:pt modelId="{284C6BDF-7618-4CC4-A08A-E13A798453B8}" type="pres">
      <dgm:prSet presAssocID="{09C11248-9F2F-4D25-A7F4-9318ED372FE7}" presName="linear" presStyleCnt="0">
        <dgm:presLayoutVars>
          <dgm:animLvl val="lvl"/>
          <dgm:resizeHandles val="exact"/>
        </dgm:presLayoutVars>
      </dgm:prSet>
      <dgm:spPr/>
    </dgm:pt>
    <dgm:pt modelId="{17770353-D87D-4F5E-81B4-C79FAB590617}" type="pres">
      <dgm:prSet presAssocID="{180A2DFC-25B2-40A9-BDEA-8AC34DB03E1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A56CBD6-ECE3-4826-AA4E-B5D02F34FE43}" type="pres">
      <dgm:prSet presAssocID="{180A2DFC-25B2-40A9-BDEA-8AC34DB03E1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6012600-11A2-40D1-B862-86181F5DDDD6}" srcId="{09C11248-9F2F-4D25-A7F4-9318ED372FE7}" destId="{180A2DFC-25B2-40A9-BDEA-8AC34DB03E10}" srcOrd="0" destOrd="0" parTransId="{6D2155CE-730A-4FAF-9222-83A7DD4A6F78}" sibTransId="{8745295C-CD8C-4BAB-B7E5-4A2930F5B74D}"/>
    <dgm:cxn modelId="{84F8CA10-2A89-4863-AC1E-C265434CB51B}" type="presOf" srcId="{09C11248-9F2F-4D25-A7F4-9318ED372FE7}" destId="{284C6BDF-7618-4CC4-A08A-E13A798453B8}" srcOrd="0" destOrd="0" presId="urn:microsoft.com/office/officeart/2005/8/layout/vList2"/>
    <dgm:cxn modelId="{88EF6F16-5CC7-48F4-ADC2-AC69367BBE93}" srcId="{180A2DFC-25B2-40A9-BDEA-8AC34DB03E10}" destId="{89735CD9-7C00-410E-BD27-B896DF58E46D}" srcOrd="6" destOrd="0" parTransId="{D892770E-E078-4D1F-B572-13A7BC83A879}" sibTransId="{1E272DCE-45FE-413D-A7FF-E4164DBF5723}"/>
    <dgm:cxn modelId="{6A526C1E-EB4D-4E0F-BFBB-ED787C847A4F}" type="presOf" srcId="{89735CD9-7C00-410E-BD27-B896DF58E46D}" destId="{8A56CBD6-ECE3-4826-AA4E-B5D02F34FE43}" srcOrd="0" destOrd="6" presId="urn:microsoft.com/office/officeart/2005/8/layout/vList2"/>
    <dgm:cxn modelId="{D33E8223-F636-4B4F-AD01-1C97403F3B23}" srcId="{180A2DFC-25B2-40A9-BDEA-8AC34DB03E10}" destId="{AEE83A26-8F4F-4860-91A0-1A52DFCDB2D7}" srcOrd="2" destOrd="0" parTransId="{E7A399CC-0E98-4BFA-A3F7-9AA755427673}" sibTransId="{8B160A3E-1F99-4935-9CB6-C6E61EC7ED08}"/>
    <dgm:cxn modelId="{899C2325-0306-400B-A739-73A19770E5C0}" type="presOf" srcId="{0B7BF557-8354-44FA-AC3D-E692EFCC9527}" destId="{8A56CBD6-ECE3-4826-AA4E-B5D02F34FE43}" srcOrd="0" destOrd="1" presId="urn:microsoft.com/office/officeart/2005/8/layout/vList2"/>
    <dgm:cxn modelId="{7B75B65E-7221-4F8D-8BF3-F74300AACD84}" type="presOf" srcId="{CBD7939C-C644-44A1-BF18-53299272A241}" destId="{8A56CBD6-ECE3-4826-AA4E-B5D02F34FE43}" srcOrd="0" destOrd="0" presId="urn:microsoft.com/office/officeart/2005/8/layout/vList2"/>
    <dgm:cxn modelId="{3CB26C4F-6108-4EBD-8475-7C1DCB468871}" type="presOf" srcId="{AEE83A26-8F4F-4860-91A0-1A52DFCDB2D7}" destId="{8A56CBD6-ECE3-4826-AA4E-B5D02F34FE43}" srcOrd="0" destOrd="2" presId="urn:microsoft.com/office/officeart/2005/8/layout/vList2"/>
    <dgm:cxn modelId="{67821673-DEF5-404A-9909-7897792E0F1C}" srcId="{180A2DFC-25B2-40A9-BDEA-8AC34DB03E10}" destId="{0B7BF557-8354-44FA-AC3D-E692EFCC9527}" srcOrd="1" destOrd="0" parTransId="{2DC52743-6A56-4BF6-AC74-AA3A423D79FD}" sibTransId="{309BD45F-393F-41F2-909D-41249946BAB9}"/>
    <dgm:cxn modelId="{412BCA84-B5CD-47BC-9F3F-FB9C45FE7A79}" srcId="{180A2DFC-25B2-40A9-BDEA-8AC34DB03E10}" destId="{99675952-BCAE-4158-9545-ED89D9BC8BEE}" srcOrd="5" destOrd="0" parTransId="{0FC09678-BB43-40F2-B9E5-679108274D85}" sibTransId="{55002AE0-FC0C-498A-9898-DBF89AE5ACDB}"/>
    <dgm:cxn modelId="{5B1CB69C-2C86-4E3E-95E0-D55DEC06BFDE}" srcId="{180A2DFC-25B2-40A9-BDEA-8AC34DB03E10}" destId="{335A155F-B1C2-4145-86D5-8BAFA28123CA}" srcOrd="4" destOrd="0" parTransId="{6B6F8E3D-4DB2-49AE-9D81-F9DE0F922F92}" sibTransId="{2C245F75-621E-4A9A-BD25-E3137C85DF1E}"/>
    <dgm:cxn modelId="{5A61CEAF-4CBD-4259-A3C6-CF0711565E7F}" type="presOf" srcId="{99675952-BCAE-4158-9545-ED89D9BC8BEE}" destId="{8A56CBD6-ECE3-4826-AA4E-B5D02F34FE43}" srcOrd="0" destOrd="5" presId="urn:microsoft.com/office/officeart/2005/8/layout/vList2"/>
    <dgm:cxn modelId="{E332F6B3-0F13-473C-81C7-42ACC2C54930}" type="presOf" srcId="{BCA0D2AB-0594-41EB-A8BB-701136815314}" destId="{8A56CBD6-ECE3-4826-AA4E-B5D02F34FE43}" srcOrd="0" destOrd="7" presId="urn:microsoft.com/office/officeart/2005/8/layout/vList2"/>
    <dgm:cxn modelId="{12D4DBC7-CD00-4B75-A9C9-799C15351C6B}" srcId="{180A2DFC-25B2-40A9-BDEA-8AC34DB03E10}" destId="{1AB10A88-D221-4AAD-9485-0B0D3D256D66}" srcOrd="3" destOrd="0" parTransId="{4D221166-3C9B-4CFB-9045-F756FFA25576}" sibTransId="{4E9019B2-3276-4D0D-AA9C-AFB138FCDBC8}"/>
    <dgm:cxn modelId="{3E8A1EDA-5BB0-40B5-80E9-DC932B213694}" srcId="{180A2DFC-25B2-40A9-BDEA-8AC34DB03E10}" destId="{BCA0D2AB-0594-41EB-A8BB-701136815314}" srcOrd="7" destOrd="0" parTransId="{116ABC71-BAA2-4FCD-9CA6-768B86889FC2}" sibTransId="{882D0F7C-660A-4957-86CD-96697A22D03E}"/>
    <dgm:cxn modelId="{45A171E4-FCD5-43A1-96F7-770683C87BEE}" type="presOf" srcId="{180A2DFC-25B2-40A9-BDEA-8AC34DB03E10}" destId="{17770353-D87D-4F5E-81B4-C79FAB590617}" srcOrd="0" destOrd="0" presId="urn:microsoft.com/office/officeart/2005/8/layout/vList2"/>
    <dgm:cxn modelId="{5BA12EEF-C597-4C9C-B2CB-A88C6EF55C66}" srcId="{180A2DFC-25B2-40A9-BDEA-8AC34DB03E10}" destId="{CBD7939C-C644-44A1-BF18-53299272A241}" srcOrd="0" destOrd="0" parTransId="{4BB1D1C0-910D-49F0-88BE-FE058C49F456}" sibTransId="{06481DBC-B519-498F-8655-EBFF72754124}"/>
    <dgm:cxn modelId="{5EBDB3F0-A8A3-420D-91B5-304FCF6CE49F}" type="presOf" srcId="{1AB10A88-D221-4AAD-9485-0B0D3D256D66}" destId="{8A56CBD6-ECE3-4826-AA4E-B5D02F34FE43}" srcOrd="0" destOrd="3" presId="urn:microsoft.com/office/officeart/2005/8/layout/vList2"/>
    <dgm:cxn modelId="{8F2670F4-5E75-4CD5-9447-34271728BC6D}" type="presOf" srcId="{335A155F-B1C2-4145-86D5-8BAFA28123CA}" destId="{8A56CBD6-ECE3-4826-AA4E-B5D02F34FE43}" srcOrd="0" destOrd="4" presId="urn:microsoft.com/office/officeart/2005/8/layout/vList2"/>
    <dgm:cxn modelId="{9DDEF64A-BD65-4FEA-AEA3-244BA33F98A4}" type="presParOf" srcId="{284C6BDF-7618-4CC4-A08A-E13A798453B8}" destId="{17770353-D87D-4F5E-81B4-C79FAB590617}" srcOrd="0" destOrd="0" presId="urn:microsoft.com/office/officeart/2005/8/layout/vList2"/>
    <dgm:cxn modelId="{FDE87600-8DA7-45E1-BFAE-439E46F1D884}" type="presParOf" srcId="{284C6BDF-7618-4CC4-A08A-E13A798453B8}" destId="{8A56CBD6-ECE3-4826-AA4E-B5D02F34FE4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42862-454B-4119-9ED7-39A87F0CD2FE}">
      <dsp:nvSpPr>
        <dsp:cNvPr id="0" name=""/>
        <dsp:cNvSpPr/>
      </dsp:nvSpPr>
      <dsp:spPr>
        <a:xfrm>
          <a:off x="0" y="1223"/>
          <a:ext cx="59510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AF57F-67AB-4E95-BB78-9908DBCF039A}">
      <dsp:nvSpPr>
        <dsp:cNvPr id="0" name=""/>
        <dsp:cNvSpPr/>
      </dsp:nvSpPr>
      <dsp:spPr>
        <a:xfrm>
          <a:off x="0" y="1223"/>
          <a:ext cx="5951013" cy="1083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 dirty="0">
              <a:latin typeface="Times New Roman"/>
              <a:cs typeface="Times New Roman"/>
            </a:rPr>
            <a:t>Miért ezt a projektet választottuk?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0" y="1223"/>
        <a:ext cx="5951013" cy="1083838"/>
      </dsp:txXfrm>
    </dsp:sp>
    <dsp:sp modelId="{C5685F4A-48F8-4909-A671-730E2FBB9711}">
      <dsp:nvSpPr>
        <dsp:cNvPr id="0" name=""/>
        <dsp:cNvSpPr/>
      </dsp:nvSpPr>
      <dsp:spPr>
        <a:xfrm>
          <a:off x="0" y="1085061"/>
          <a:ext cx="59510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2A939-7116-4BEE-B624-4B36E958CFDD}">
      <dsp:nvSpPr>
        <dsp:cNvPr id="0" name=""/>
        <dsp:cNvSpPr/>
      </dsp:nvSpPr>
      <dsp:spPr>
        <a:xfrm>
          <a:off x="0" y="1085061"/>
          <a:ext cx="5951013" cy="1681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>
              <a:latin typeface="Times New Roman"/>
              <a:cs typeface="Times New Roman"/>
            </a:rPr>
            <a:t>Célunk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egy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stabil</a:t>
          </a:r>
          <a:r>
            <a:rPr lang="en-US" sz="3200" kern="1200" dirty="0">
              <a:latin typeface="Times New Roman"/>
              <a:cs typeface="Times New Roman"/>
            </a:rPr>
            <a:t>, </a:t>
          </a:r>
          <a:r>
            <a:rPr lang="en-US" sz="3200" kern="1200" dirty="0" err="1">
              <a:latin typeface="Times New Roman"/>
              <a:cs typeface="Times New Roman"/>
            </a:rPr>
            <a:t>és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biztonságos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működést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garantáló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infrastruktúra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kiépítése</a:t>
          </a:r>
          <a:endParaRPr lang="en-US" sz="3200" kern="1200" dirty="0">
            <a:latin typeface="Times New Roman"/>
            <a:cs typeface="Times New Roman"/>
          </a:endParaRPr>
        </a:p>
      </dsp:txBody>
      <dsp:txXfrm>
        <a:off x="0" y="1085061"/>
        <a:ext cx="5951013" cy="1681568"/>
      </dsp:txXfrm>
    </dsp:sp>
    <dsp:sp modelId="{1F6524AD-DE27-4FD3-90D3-F57F0EDD8EF3}">
      <dsp:nvSpPr>
        <dsp:cNvPr id="0" name=""/>
        <dsp:cNvSpPr/>
      </dsp:nvSpPr>
      <dsp:spPr>
        <a:xfrm>
          <a:off x="0" y="2766630"/>
          <a:ext cx="59510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B0ED3-009E-4EA3-A355-AF31A708E2B1}">
      <dsp:nvSpPr>
        <dsp:cNvPr id="0" name=""/>
        <dsp:cNvSpPr/>
      </dsp:nvSpPr>
      <dsp:spPr>
        <a:xfrm>
          <a:off x="0" y="2766630"/>
          <a:ext cx="5951013" cy="1681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>
              <a:latin typeface="Times New Roman"/>
              <a:cs typeface="Times New Roman"/>
            </a:rPr>
            <a:t>Főbb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területek</a:t>
          </a:r>
          <a:r>
            <a:rPr lang="en-US" sz="3200" kern="1200" dirty="0">
              <a:latin typeface="Times New Roman"/>
              <a:cs typeface="Times New Roman"/>
            </a:rPr>
            <a:t> a </a:t>
          </a:r>
          <a:r>
            <a:rPr lang="en-US" sz="3200" kern="1200" dirty="0" err="1">
              <a:latin typeface="Times New Roman"/>
              <a:cs typeface="Times New Roman"/>
            </a:rPr>
            <a:t>Kaszinó</a:t>
          </a:r>
          <a:r>
            <a:rPr lang="en-US" sz="3200" kern="1200" dirty="0">
              <a:latin typeface="Times New Roman"/>
              <a:cs typeface="Times New Roman"/>
            </a:rPr>
            <a:t>, Backoffice </a:t>
          </a:r>
          <a:r>
            <a:rPr lang="en-US" sz="3200" kern="1200" dirty="0" err="1">
              <a:latin typeface="Times New Roman"/>
              <a:cs typeface="Times New Roman"/>
            </a:rPr>
            <a:t>és</a:t>
          </a:r>
          <a:r>
            <a:rPr lang="en-US" sz="3200" kern="1200" dirty="0">
              <a:latin typeface="Times New Roman"/>
              <a:cs typeface="Times New Roman"/>
            </a:rPr>
            <a:t> Bank </a:t>
          </a:r>
          <a:r>
            <a:rPr lang="en-US" sz="3200" kern="1200" dirty="0" err="1">
              <a:latin typeface="Times New Roman"/>
              <a:cs typeface="Times New Roman"/>
            </a:rPr>
            <a:t>telephelyek</a:t>
          </a:r>
          <a:r>
            <a:rPr lang="en-US" sz="3200" kern="1200" dirty="0">
              <a:latin typeface="Times New Roman"/>
              <a:cs typeface="Times New Roman"/>
            </a:rPr>
            <a:t> </a:t>
          </a:r>
          <a:r>
            <a:rPr lang="en-US" sz="3200" kern="1200" dirty="0" err="1">
              <a:latin typeface="Times New Roman"/>
              <a:cs typeface="Times New Roman"/>
            </a:rPr>
            <a:t>kialakítása</a:t>
          </a:r>
        </a:p>
      </dsp:txBody>
      <dsp:txXfrm>
        <a:off x="0" y="2766630"/>
        <a:ext cx="5951013" cy="1681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A2CB5-FCF3-4D65-866C-E3790E525EB8}">
      <dsp:nvSpPr>
        <dsp:cNvPr id="0" name=""/>
        <dsp:cNvSpPr/>
      </dsp:nvSpPr>
      <dsp:spPr>
        <a:xfrm>
          <a:off x="0" y="2257"/>
          <a:ext cx="609600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err="1">
              <a:latin typeface="Times New Roman"/>
              <a:cs typeface="Times New Roman"/>
            </a:rPr>
            <a:t>Használt</a:t>
          </a:r>
          <a:r>
            <a:rPr lang="en-US" sz="4000" kern="1200">
              <a:latin typeface="Times New Roman"/>
              <a:cs typeface="Times New Roman"/>
            </a:rPr>
            <a:t> </a:t>
          </a:r>
          <a:r>
            <a:rPr lang="en-US" sz="4000" kern="1200" err="1">
              <a:latin typeface="Times New Roman"/>
              <a:cs typeface="Times New Roman"/>
            </a:rPr>
            <a:t>technológiák</a:t>
          </a:r>
          <a:r>
            <a:rPr lang="en-US" sz="4000" kern="1200">
              <a:latin typeface="Times New Roman"/>
              <a:cs typeface="Times New Roman"/>
            </a:rPr>
            <a:t>:</a:t>
          </a:r>
          <a:endParaRPr lang="en-US" sz="4000" kern="1200"/>
        </a:p>
      </dsp:txBody>
      <dsp:txXfrm>
        <a:off x="46834" y="49091"/>
        <a:ext cx="6002332" cy="865732"/>
      </dsp:txXfrm>
    </dsp:sp>
    <dsp:sp modelId="{CEA60440-7596-4EFA-8619-6BF2C15568D8}">
      <dsp:nvSpPr>
        <dsp:cNvPr id="0" name=""/>
        <dsp:cNvSpPr/>
      </dsp:nvSpPr>
      <dsp:spPr>
        <a:xfrm>
          <a:off x="0" y="961657"/>
          <a:ext cx="6096000" cy="356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50800" rIns="284480" bIns="50800" numCol="1" spcCol="1270" anchor="t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 err="1">
              <a:latin typeface="Times New Roman"/>
              <a:cs typeface="Times New Roman"/>
            </a:rPr>
            <a:t>Vlanok</a:t>
          </a:r>
          <a:r>
            <a:rPr lang="hu-HU" sz="3100" kern="1200" dirty="0" err="1">
              <a:latin typeface="Times New Roman"/>
              <a:cs typeface="Times New Roman"/>
            </a:rPr>
            <a:t>ra</a:t>
          </a:r>
          <a:r>
            <a:rPr lang="hu-HU" sz="3100" kern="1200" dirty="0">
              <a:latin typeface="Times New Roman"/>
              <a:cs typeface="Times New Roman"/>
            </a:rPr>
            <a:t> osztás</a:t>
          </a:r>
          <a:endParaRPr lang="en-US" sz="3100" kern="1200" dirty="0">
            <a:latin typeface="Times New Roman"/>
            <a:cs typeface="Times New Roman"/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 err="1">
              <a:latin typeface="Times New Roman"/>
              <a:cs typeface="Times New Roman"/>
            </a:rPr>
            <a:t>Wifi</a:t>
          </a:r>
          <a:r>
            <a:rPr lang="en-US" sz="3100" kern="1200" dirty="0">
              <a:latin typeface="Times New Roman"/>
              <a:cs typeface="Times New Roman"/>
            </a:rPr>
            <a:t> </a:t>
          </a:r>
          <a:r>
            <a:rPr lang="en-US" sz="3100" kern="1200" dirty="0" err="1">
              <a:latin typeface="Times New Roman"/>
              <a:cs typeface="Times New Roman"/>
            </a:rPr>
            <a:t>hálózatok</a:t>
          </a:r>
          <a:r>
            <a:rPr lang="en-US" sz="3100" kern="1200" dirty="0">
              <a:latin typeface="Times New Roman"/>
              <a:cs typeface="Times New Roman"/>
            </a:rPr>
            <a:t>: Office </a:t>
          </a:r>
          <a:r>
            <a:rPr lang="en-US" sz="3100" kern="1200" dirty="0" err="1">
              <a:latin typeface="Times New Roman"/>
              <a:cs typeface="Times New Roman"/>
            </a:rPr>
            <a:t>és</a:t>
          </a:r>
          <a:r>
            <a:rPr lang="en-US" sz="3100" kern="1200" dirty="0">
              <a:latin typeface="Times New Roman"/>
              <a:cs typeface="Times New Roman"/>
            </a:rPr>
            <a:t> </a:t>
          </a:r>
          <a:r>
            <a:rPr lang="en-US" sz="3100" kern="1200" dirty="0" err="1">
              <a:latin typeface="Times New Roman"/>
              <a:cs typeface="Times New Roman"/>
            </a:rPr>
            <a:t>Vendég</a:t>
          </a:r>
          <a:endParaRPr lang="en-US" sz="3100" kern="1200" dirty="0">
            <a:latin typeface="Times New Roman"/>
            <a:cs typeface="Times New Roman"/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dirty="0" err="1">
              <a:latin typeface="Times New Roman"/>
              <a:cs typeface="Times New Roman"/>
            </a:rPr>
            <a:t>Dinamikus</a:t>
          </a:r>
          <a:r>
            <a:rPr lang="en-US" sz="3100" kern="1200" dirty="0">
              <a:latin typeface="Times New Roman"/>
              <a:cs typeface="Times New Roman"/>
            </a:rPr>
            <a:t> NAT </a:t>
          </a:r>
          <a:r>
            <a:rPr lang="en-US" sz="3100" kern="1200" dirty="0" err="1">
              <a:latin typeface="Times New Roman"/>
              <a:cs typeface="Times New Roman"/>
            </a:rPr>
            <a:t>klienseknek</a:t>
          </a:r>
          <a:endParaRPr lang="en-US" sz="3100" kern="1200" dirty="0">
            <a:latin typeface="Times New Roman"/>
            <a:cs typeface="Times New Roman"/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>
              <a:latin typeface="Times New Roman"/>
              <a:cs typeface="Times New Roman"/>
            </a:rPr>
            <a:t>VPN </a:t>
          </a:r>
          <a:r>
            <a:rPr lang="en-US" sz="3100" kern="1200" err="1">
              <a:latin typeface="Times New Roman"/>
              <a:cs typeface="Times New Roman"/>
            </a:rPr>
            <a:t>kapcsolat</a:t>
          </a:r>
          <a:endParaRPr lang="en-US" sz="3100" kern="1200">
            <a:latin typeface="Times New Roman"/>
            <a:cs typeface="Times New Roman"/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>
              <a:latin typeface="Times New Roman"/>
              <a:cs typeface="Times New Roman"/>
            </a:rPr>
            <a:t>PPP </a:t>
          </a:r>
          <a:r>
            <a:rPr lang="en-US" sz="3100" kern="1200" err="1">
              <a:latin typeface="Times New Roman"/>
              <a:cs typeface="Times New Roman"/>
            </a:rPr>
            <a:t>kapcsolat</a:t>
          </a:r>
          <a:endParaRPr lang="en-US" sz="3100" kern="1200">
            <a:latin typeface="Times New Roman"/>
            <a:cs typeface="Times New Roman"/>
          </a:endParaRPr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>
              <a:latin typeface="Times New Roman"/>
              <a:cs typeface="Times New Roman"/>
            </a:rPr>
            <a:t>SSH ACL</a:t>
          </a:r>
          <a:endParaRPr lang="en-US" sz="3100" kern="1200"/>
        </a:p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100" kern="1200" err="1">
              <a:solidFill>
                <a:srgbClr val="FFFFFF"/>
              </a:solidFill>
              <a:latin typeface="Times New Roman"/>
              <a:cs typeface="Times New Roman"/>
            </a:rPr>
            <a:t>Statikus</a:t>
          </a:r>
          <a:r>
            <a:rPr lang="en-US" sz="3100" kern="1200">
              <a:solidFill>
                <a:srgbClr val="FFFFFF"/>
              </a:solidFill>
              <a:latin typeface="Times New Roman"/>
              <a:cs typeface="Times New Roman"/>
            </a:rPr>
            <a:t> </a:t>
          </a:r>
          <a:r>
            <a:rPr lang="en-US" sz="3100" kern="1200" err="1">
              <a:solidFill>
                <a:srgbClr val="FFFFFF"/>
              </a:solidFill>
              <a:latin typeface="Times New Roman"/>
              <a:cs typeface="Times New Roman"/>
            </a:rPr>
            <a:t>forgalomirányítás</a:t>
          </a:r>
          <a:endParaRPr lang="hu-HU" sz="3100" kern="1200">
            <a:latin typeface="Times New Roman"/>
            <a:cs typeface="Times New Roman"/>
          </a:endParaRPr>
        </a:p>
      </dsp:txBody>
      <dsp:txXfrm>
        <a:off x="0" y="961657"/>
        <a:ext cx="6096000" cy="35604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70353-D87D-4F5E-81B4-C79FAB590617}">
      <dsp:nvSpPr>
        <dsp:cNvPr id="0" name=""/>
        <dsp:cNvSpPr/>
      </dsp:nvSpPr>
      <dsp:spPr>
        <a:xfrm>
          <a:off x="0" y="29808"/>
          <a:ext cx="60960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err="1">
              <a:latin typeface="Times New Roman"/>
              <a:cs typeface="Times New Roman"/>
            </a:rPr>
            <a:t>Használt</a:t>
          </a:r>
          <a:r>
            <a:rPr lang="en-US" sz="3300" kern="1200">
              <a:latin typeface="Times New Roman"/>
              <a:cs typeface="Times New Roman"/>
            </a:rPr>
            <a:t> </a:t>
          </a:r>
          <a:r>
            <a:rPr lang="en-US" sz="3300" kern="1200" err="1">
              <a:latin typeface="Times New Roman"/>
              <a:cs typeface="Times New Roman"/>
            </a:rPr>
            <a:t>technológiák</a:t>
          </a:r>
          <a:r>
            <a:rPr lang="en-US" sz="3300" kern="1200">
              <a:latin typeface="Times New Roman"/>
              <a:cs typeface="Times New Roman"/>
            </a:rPr>
            <a:t>:</a:t>
          </a:r>
        </a:p>
      </dsp:txBody>
      <dsp:txXfrm>
        <a:off x="37696" y="67504"/>
        <a:ext cx="6020608" cy="696808"/>
      </dsp:txXfrm>
    </dsp:sp>
    <dsp:sp modelId="{499F2C8A-04BB-49F2-9244-2786BB4CF0DE}">
      <dsp:nvSpPr>
        <dsp:cNvPr id="0" name=""/>
        <dsp:cNvSpPr/>
      </dsp:nvSpPr>
      <dsp:spPr>
        <a:xfrm>
          <a:off x="0" y="802008"/>
          <a:ext cx="6096000" cy="3415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/>
              <a:cs typeface="Times New Roman"/>
            </a:rPr>
            <a:t>HSRP </a:t>
          </a:r>
          <a:r>
            <a:rPr lang="en-US" sz="2600" kern="1200" err="1">
              <a:latin typeface="Times New Roman"/>
              <a:cs typeface="Times New Roman"/>
            </a:rPr>
            <a:t>redundancia</a:t>
          </a:r>
          <a:endParaRPr lang="en-US" sz="2600" kern="1200">
            <a:latin typeface="Times New Roman"/>
            <a:cs typeface="Times New Roman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/>
              <a:cs typeface="Times New Roman"/>
            </a:rPr>
            <a:t>Spanning Tree Rapid PVST+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err="1">
              <a:latin typeface="Times New Roman"/>
              <a:cs typeface="Times New Roman"/>
            </a:rPr>
            <a:t>Etherchannel</a:t>
          </a:r>
          <a:endParaRPr lang="en-US" sz="2600" kern="1200">
            <a:latin typeface="Times New Roman"/>
            <a:cs typeface="Times New Roman"/>
          </a:endParaRP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err="1">
              <a:solidFill>
                <a:srgbClr val="FFFFFF"/>
              </a:solidFill>
              <a:latin typeface="Times New Roman"/>
              <a:cs typeface="Times New Roman"/>
            </a:rPr>
            <a:t>Vlanok</a:t>
          </a:r>
          <a:r>
            <a:rPr lang="en-US" sz="2600" kern="1200">
              <a:solidFill>
                <a:srgbClr val="FFFFFF"/>
              </a:solidFill>
              <a:latin typeface="Times New Roman"/>
              <a:cs typeface="Times New Roman"/>
            </a:rPr>
            <a:t>ra </a:t>
          </a:r>
          <a:r>
            <a:rPr lang="en-US" sz="2600" kern="1200">
              <a:latin typeface="Times New Roman"/>
              <a:cs typeface="Times New Roman"/>
            </a:rPr>
            <a:t>osztás VTP-vel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/>
              <a:cs typeface="Times New Roman"/>
            </a:rPr>
            <a:t>Nat: </a:t>
          </a:r>
          <a:r>
            <a:rPr lang="en-US" sz="2600" kern="1200" err="1">
              <a:latin typeface="Times New Roman"/>
              <a:cs typeface="Times New Roman"/>
            </a:rPr>
            <a:t>Statikus</a:t>
          </a:r>
          <a:r>
            <a:rPr lang="en-US" sz="2600" kern="1200">
              <a:latin typeface="Times New Roman"/>
              <a:cs typeface="Times New Roman"/>
            </a:rPr>
            <a:t> </a:t>
          </a:r>
          <a:r>
            <a:rPr lang="en-US" sz="2600" kern="1200" err="1">
              <a:latin typeface="Times New Roman"/>
              <a:cs typeface="Times New Roman"/>
            </a:rPr>
            <a:t>és</a:t>
          </a:r>
          <a:r>
            <a:rPr lang="en-US" sz="2600" kern="1200">
              <a:latin typeface="Times New Roman"/>
              <a:cs typeface="Times New Roman"/>
            </a:rPr>
            <a:t> </a:t>
          </a:r>
          <a:r>
            <a:rPr lang="en-US" sz="2600" kern="1200" err="1">
              <a:latin typeface="Times New Roman"/>
              <a:cs typeface="Times New Roman"/>
            </a:rPr>
            <a:t>Dinamikus</a:t>
          </a:r>
          <a:r>
            <a:rPr lang="en-US" sz="2600" kern="1200">
              <a:latin typeface="Times New Roman"/>
              <a:cs typeface="Times New Roman"/>
            </a:rPr>
            <a:t> </a:t>
          </a:r>
          <a:r>
            <a:rPr lang="en-US" sz="2600" kern="1200" err="1">
              <a:latin typeface="Times New Roman"/>
              <a:cs typeface="Times New Roman"/>
            </a:rPr>
            <a:t>címfordítás</a:t>
          </a:r>
          <a:endParaRPr lang="en-US" sz="2600" kern="1200">
            <a:latin typeface="Times New Roman"/>
            <a:cs typeface="Times New Roman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/>
              <a:cs typeface="Times New Roman"/>
            </a:rPr>
            <a:t>SSH ACL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>
              <a:latin typeface="Times New Roman"/>
              <a:cs typeface="Times New Roman"/>
            </a:rPr>
            <a:t>PPP </a:t>
          </a:r>
          <a:r>
            <a:rPr lang="en-US" sz="2600" kern="1200" err="1">
              <a:latin typeface="Times New Roman"/>
              <a:cs typeface="Times New Roman"/>
            </a:rPr>
            <a:t>kapcsolat</a:t>
          </a:r>
          <a:endParaRPr lang="en-US" sz="2600" kern="1200">
            <a:latin typeface="Times New Roman"/>
            <a:cs typeface="Times New Roman"/>
          </a:endParaRP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err="1">
              <a:solidFill>
                <a:srgbClr val="FFFFFF"/>
              </a:solidFill>
              <a:latin typeface="Times New Roman"/>
              <a:cs typeface="Times New Roman"/>
            </a:rPr>
            <a:t>Statikus</a:t>
          </a:r>
          <a:r>
            <a:rPr lang="en-US" sz="2600" kern="1200">
              <a:solidFill>
                <a:srgbClr val="FFFFFF"/>
              </a:solidFill>
              <a:latin typeface="Times New Roman"/>
              <a:cs typeface="Times New Roman"/>
            </a:rPr>
            <a:t> </a:t>
          </a:r>
          <a:r>
            <a:rPr lang="en-US" sz="2600" kern="1200" err="1">
              <a:solidFill>
                <a:srgbClr val="FFFFFF"/>
              </a:solidFill>
              <a:latin typeface="Times New Roman"/>
              <a:cs typeface="Times New Roman"/>
            </a:rPr>
            <a:t>forgalomirányítás</a:t>
          </a:r>
          <a:endParaRPr lang="en-US" sz="2600" kern="1200">
            <a:latin typeface="Times New Roman"/>
            <a:cs typeface="Times New Roman"/>
          </a:endParaRPr>
        </a:p>
      </dsp:txBody>
      <dsp:txXfrm>
        <a:off x="0" y="802008"/>
        <a:ext cx="6096000" cy="3415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70353-D87D-4F5E-81B4-C79FAB590617}">
      <dsp:nvSpPr>
        <dsp:cNvPr id="0" name=""/>
        <dsp:cNvSpPr/>
      </dsp:nvSpPr>
      <dsp:spPr>
        <a:xfrm>
          <a:off x="0" y="933"/>
          <a:ext cx="6217479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Times New Roman"/>
              <a:cs typeface="Times New Roman"/>
            </a:rPr>
            <a:t>Használt</a:t>
          </a:r>
          <a:r>
            <a:rPr lang="en-US" sz="3600" kern="1200" dirty="0">
              <a:latin typeface="Times New Roman"/>
              <a:cs typeface="Times New Roman"/>
            </a:rPr>
            <a:t> </a:t>
          </a:r>
          <a:r>
            <a:rPr lang="en-US" sz="3600" kern="1200" dirty="0" err="1">
              <a:latin typeface="Times New Roman"/>
              <a:cs typeface="Times New Roman"/>
            </a:rPr>
            <a:t>technológiák</a:t>
          </a:r>
          <a:r>
            <a:rPr lang="en-US" sz="3600" kern="1200" dirty="0">
              <a:latin typeface="Times New Roman"/>
              <a:cs typeface="Times New Roman"/>
            </a:rPr>
            <a:t>:</a:t>
          </a:r>
        </a:p>
      </dsp:txBody>
      <dsp:txXfrm>
        <a:off x="41123" y="42056"/>
        <a:ext cx="6135233" cy="760154"/>
      </dsp:txXfrm>
    </dsp:sp>
    <dsp:sp modelId="{2A698F8A-17CE-4DD7-B2BB-135D3637AC03}">
      <dsp:nvSpPr>
        <dsp:cNvPr id="0" name=""/>
        <dsp:cNvSpPr/>
      </dsp:nvSpPr>
      <dsp:spPr>
        <a:xfrm>
          <a:off x="0" y="843333"/>
          <a:ext cx="6217479" cy="3502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40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>
              <a:latin typeface="Times New Roman"/>
              <a:cs typeface="Times New Roman"/>
            </a:rPr>
            <a:t>PPP </a:t>
          </a:r>
          <a:r>
            <a:rPr lang="en-US" sz="2800" kern="1200" dirty="0" err="1">
              <a:latin typeface="Times New Roman"/>
              <a:cs typeface="Times New Roman"/>
            </a:rPr>
            <a:t>kapcsolat</a:t>
          </a:r>
          <a:r>
            <a:rPr lang="en-US" sz="2800" kern="1200" dirty="0">
              <a:latin typeface="Times New Roman"/>
              <a:cs typeface="Times New Roman"/>
            </a:rPr>
            <a:t> </a:t>
          </a:r>
          <a:endParaRPr lang="hu-HU" sz="2800" kern="1200" dirty="0">
            <a:latin typeface="Times New Roman"/>
            <a:cs typeface="Times New Roman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 dirty="0" err="1">
              <a:latin typeface="Times New Roman"/>
              <a:cs typeface="Times New Roman"/>
            </a:rPr>
            <a:t>Webszerverek</a:t>
          </a:r>
          <a:r>
            <a:rPr lang="en-US" sz="2800" b="1" kern="1200" dirty="0">
              <a:latin typeface="Times New Roman"/>
              <a:cs typeface="Times New Roman"/>
            </a:rPr>
            <a:t>: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>
            <a:latin typeface="Times New Roman"/>
            <a:cs typeface="Times New Roman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 err="1">
              <a:latin typeface="Times New Roman"/>
              <a:cs typeface="Times New Roman"/>
            </a:rPr>
            <a:t>Elsődleges</a:t>
          </a:r>
          <a:r>
            <a:rPr lang="en-US" sz="2800" kern="1200" dirty="0">
              <a:latin typeface="Times New Roman"/>
              <a:cs typeface="Times New Roman"/>
            </a:rPr>
            <a:t>: </a:t>
          </a:r>
          <a:r>
            <a:rPr lang="en-US" sz="2800" kern="1200" dirty="0" err="1">
              <a:latin typeface="Times New Roman"/>
              <a:cs typeface="Times New Roman"/>
            </a:rPr>
            <a:t>weboldal</a:t>
          </a:r>
          <a:r>
            <a:rPr lang="en-US" sz="2800" kern="1200" dirty="0">
              <a:latin typeface="Times New Roman"/>
              <a:cs typeface="Times New Roman"/>
            </a:rPr>
            <a:t>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>
            <a:latin typeface="Times New Roman"/>
            <a:cs typeface="Times New Roman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 err="1">
              <a:latin typeface="Times New Roman"/>
              <a:cs typeface="Times New Roman"/>
            </a:rPr>
            <a:t>Másodlagos</a:t>
          </a:r>
          <a:r>
            <a:rPr lang="en-US" sz="2800" kern="1200" dirty="0">
              <a:latin typeface="Times New Roman"/>
              <a:cs typeface="Times New Roman"/>
            </a:rPr>
            <a:t>: </a:t>
          </a:r>
          <a:r>
            <a:rPr lang="en-US" sz="2800" kern="1200" dirty="0" err="1">
              <a:latin typeface="Times New Roman"/>
              <a:cs typeface="Times New Roman"/>
            </a:rPr>
            <a:t>weboldal</a:t>
          </a:r>
          <a:r>
            <a:rPr lang="en-US" sz="2800" kern="1200" dirty="0">
              <a:latin typeface="Times New Roman"/>
              <a:cs typeface="Times New Roman"/>
            </a:rPr>
            <a:t>, </a:t>
          </a:r>
          <a:r>
            <a:rPr lang="en-US" sz="2800" kern="1200" dirty="0" err="1">
              <a:latin typeface="Times New Roman"/>
              <a:cs typeface="Times New Roman"/>
            </a:rPr>
            <a:t>fájl</a:t>
          </a:r>
          <a:r>
            <a:rPr lang="en-US" sz="2800" kern="1200" dirty="0">
              <a:latin typeface="Times New Roman"/>
              <a:cs typeface="Times New Roman"/>
            </a:rPr>
            <a:t>- </a:t>
          </a:r>
          <a:r>
            <a:rPr lang="en-US" sz="2800" kern="1200" dirty="0" err="1">
              <a:latin typeface="Times New Roman"/>
              <a:cs typeface="Times New Roman"/>
            </a:rPr>
            <a:t>és</a:t>
          </a:r>
          <a:r>
            <a:rPr lang="en-US" sz="2800" kern="1200" dirty="0">
              <a:latin typeface="Times New Roman"/>
              <a:cs typeface="Times New Roman"/>
            </a:rPr>
            <a:t> </a:t>
          </a:r>
          <a:r>
            <a:rPr lang="en-US" sz="2800" kern="1200" dirty="0" err="1">
              <a:latin typeface="Times New Roman"/>
              <a:cs typeface="Times New Roman"/>
            </a:rPr>
            <a:t>nyomtatómegosztás</a:t>
          </a:r>
          <a:r>
            <a:rPr lang="en-US" sz="2800" kern="1200" dirty="0">
              <a:latin typeface="Times New Roman"/>
              <a:cs typeface="Times New Roman"/>
            </a:rPr>
            <a:t>, </a:t>
          </a:r>
          <a:r>
            <a:rPr lang="en-US" sz="2800" kern="1200" dirty="0" err="1">
              <a:latin typeface="Times New Roman"/>
              <a:cs typeface="Times New Roman"/>
            </a:rPr>
            <a:t>automatikusmentés</a:t>
          </a:r>
          <a:r>
            <a:rPr lang="en-US" sz="2800" kern="1200" dirty="0">
              <a:latin typeface="Times New Roman"/>
              <a:cs typeface="Times New Roman"/>
            </a:rPr>
            <a:t>, DHCP</a:t>
          </a:r>
          <a:endParaRPr lang="en-US" sz="2800" kern="1200" dirty="0">
            <a:latin typeface="Corbel" panose="020B0503020204020204"/>
            <a:cs typeface="Times New Roman"/>
          </a:endParaRPr>
        </a:p>
      </dsp:txBody>
      <dsp:txXfrm>
        <a:off x="0" y="843333"/>
        <a:ext cx="6217479" cy="35024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7CDDB-6419-46B3-BEBC-08F74ACDF259}">
      <dsp:nvSpPr>
        <dsp:cNvPr id="0" name=""/>
        <dsp:cNvSpPr/>
      </dsp:nvSpPr>
      <dsp:spPr>
        <a:xfrm>
          <a:off x="0" y="181987"/>
          <a:ext cx="3950369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 err="1">
              <a:latin typeface="Times New Roman"/>
              <a:cs typeface="Times New Roman"/>
            </a:rPr>
            <a:t>Használt</a:t>
          </a:r>
          <a:r>
            <a:rPr lang="en-US" sz="2900" b="1" kern="1200" dirty="0">
              <a:latin typeface="Times New Roman"/>
              <a:cs typeface="Times New Roman"/>
            </a:rPr>
            <a:t> </a:t>
          </a:r>
          <a:r>
            <a:rPr lang="en-US" sz="2900" b="1" kern="1200" dirty="0" err="1">
              <a:latin typeface="Times New Roman"/>
              <a:cs typeface="Times New Roman"/>
            </a:rPr>
            <a:t>technológiák</a:t>
          </a:r>
          <a:r>
            <a:rPr lang="en-US" sz="2900" b="1" kern="1200" dirty="0">
              <a:latin typeface="Times New Roman"/>
              <a:cs typeface="Times New Roman"/>
            </a:rPr>
            <a:t>:</a:t>
          </a:r>
          <a:endParaRPr lang="en-US" sz="2900" kern="1200" dirty="0">
            <a:latin typeface="Times New Roman"/>
            <a:cs typeface="Times New Roman"/>
          </a:endParaRPr>
        </a:p>
      </dsp:txBody>
      <dsp:txXfrm>
        <a:off x="33127" y="215114"/>
        <a:ext cx="3884115" cy="612346"/>
      </dsp:txXfrm>
    </dsp:sp>
    <dsp:sp modelId="{5B067693-F53A-43F3-9AEF-D80934BD29E3}">
      <dsp:nvSpPr>
        <dsp:cNvPr id="0" name=""/>
        <dsp:cNvSpPr/>
      </dsp:nvSpPr>
      <dsp:spPr>
        <a:xfrm>
          <a:off x="0" y="860587"/>
          <a:ext cx="3950369" cy="3481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424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Times New Roman"/>
              <a:cs typeface="Times New Roman"/>
            </a:rPr>
            <a:t>PPP </a:t>
          </a:r>
          <a:r>
            <a:rPr lang="en-US" sz="2300" kern="1200" dirty="0" err="1">
              <a:latin typeface="Times New Roman"/>
              <a:cs typeface="Times New Roman"/>
            </a:rPr>
            <a:t>kapcsolat</a:t>
          </a:r>
          <a:endParaRPr lang="en-US" sz="2300" kern="1200" dirty="0">
            <a:latin typeface="Times New Roman"/>
            <a:cs typeface="Times New Roman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Times New Roman"/>
              <a:cs typeface="Times New Roman"/>
            </a:rPr>
            <a:t>DNS </a:t>
          </a:r>
          <a:r>
            <a:rPr lang="en-US" sz="2300" kern="1200" dirty="0" err="1">
              <a:latin typeface="Times New Roman"/>
              <a:cs typeface="Times New Roman"/>
            </a:rPr>
            <a:t>szerver</a:t>
          </a:r>
          <a:r>
            <a:rPr lang="en-US" sz="2300" kern="1200" dirty="0">
              <a:latin typeface="Times New Roman"/>
              <a:cs typeface="Times New Roman"/>
            </a:rPr>
            <a:t>: 8.8.8.8 Nagytet.hu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>
              <a:latin typeface="Times New Roman"/>
              <a:cs typeface="Times New Roman"/>
            </a:rPr>
            <a:t>Tűzfal</a:t>
          </a:r>
          <a:r>
            <a:rPr lang="en-US" sz="2300" kern="1200" dirty="0">
              <a:latin typeface="Times New Roman"/>
              <a:cs typeface="Times New Roman"/>
            </a:rPr>
            <a:t>: DNS </a:t>
          </a:r>
          <a:r>
            <a:rPr lang="en-US" sz="2300" kern="1200" dirty="0" err="1">
              <a:latin typeface="Times New Roman"/>
              <a:cs typeface="Times New Roman"/>
            </a:rPr>
            <a:t>szerverre</a:t>
          </a:r>
          <a:r>
            <a:rPr lang="en-US" sz="2300" kern="1200" dirty="0">
              <a:latin typeface="Times New Roman"/>
              <a:cs typeface="Times New Roman"/>
            </a:rPr>
            <a:t> A</a:t>
          </a:r>
          <a:r>
            <a:rPr lang="hu-HU" sz="2300" kern="1200" dirty="0">
              <a:latin typeface="Times New Roman"/>
              <a:cs typeface="Times New Roman"/>
            </a:rPr>
            <a:t>CL</a:t>
          </a:r>
          <a:endParaRPr lang="en-US" sz="2300" kern="1200" dirty="0">
            <a:latin typeface="Times New Roman"/>
            <a:cs typeface="Times New Roman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Times New Roman"/>
              <a:cs typeface="Times New Roman"/>
            </a:rPr>
            <a:t>IPV4 IPV6 </a:t>
          </a:r>
          <a:r>
            <a:rPr lang="en-US" sz="2300" kern="1200" dirty="0" err="1">
              <a:latin typeface="Times New Roman"/>
              <a:cs typeface="Times New Roman"/>
            </a:rPr>
            <a:t>Dualstack</a:t>
          </a:r>
          <a:r>
            <a:rPr lang="en-US" sz="2300" kern="1200" dirty="0">
              <a:latin typeface="Times New Roman"/>
              <a:cs typeface="Times New Roman"/>
            </a:rPr>
            <a:t> a </a:t>
          </a:r>
          <a:r>
            <a:rPr lang="en-US" sz="2300" kern="1200" dirty="0" err="1">
              <a:latin typeface="Times New Roman"/>
              <a:cs typeface="Times New Roman"/>
            </a:rPr>
            <a:t>Tűzfal</a:t>
          </a:r>
          <a:r>
            <a:rPr lang="en-US" sz="2300" kern="1200" dirty="0">
              <a:latin typeface="Times New Roman"/>
              <a:cs typeface="Times New Roman"/>
            </a:rPr>
            <a:t> </a:t>
          </a:r>
          <a:r>
            <a:rPr lang="en-US" sz="2300" kern="1200" dirty="0" err="1">
              <a:latin typeface="Times New Roman"/>
              <a:cs typeface="Times New Roman"/>
            </a:rPr>
            <a:t>belső</a:t>
          </a:r>
          <a:r>
            <a:rPr lang="en-US" sz="2300" kern="1200" dirty="0">
              <a:latin typeface="Times New Roman"/>
              <a:cs typeface="Times New Roman"/>
            </a:rPr>
            <a:t> </a:t>
          </a:r>
          <a:r>
            <a:rPr lang="en-US" sz="2300" kern="1200" dirty="0" err="1">
              <a:latin typeface="Times New Roman"/>
              <a:cs typeface="Times New Roman"/>
            </a:rPr>
            <a:t>hálózatában</a:t>
          </a:r>
          <a:endParaRPr lang="en-US" sz="2300" kern="1200" dirty="0">
            <a:latin typeface="Times New Roman"/>
            <a:cs typeface="Times New Roman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>
              <a:latin typeface="Times New Roman"/>
              <a:cs typeface="Times New Roman"/>
            </a:rPr>
            <a:t>Redundancia</a:t>
          </a:r>
          <a:r>
            <a:rPr lang="en-US" sz="2300" kern="1200" dirty="0">
              <a:latin typeface="Times New Roman"/>
              <a:cs typeface="Times New Roman"/>
            </a:rPr>
            <a:t> a Backoffice </a:t>
          </a:r>
          <a:r>
            <a:rPr lang="en-US" sz="2300" kern="1200" dirty="0" err="1">
              <a:latin typeface="Times New Roman"/>
              <a:cs typeface="Times New Roman"/>
            </a:rPr>
            <a:t>routereknek</a:t>
          </a:r>
          <a:endParaRPr lang="en-US" sz="2300" kern="1200" dirty="0">
            <a:latin typeface="Times New Roman"/>
            <a:cs typeface="Times New Roman"/>
          </a:endParaRP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Times New Roman"/>
              <a:cs typeface="Times New Roman"/>
            </a:rPr>
            <a:t>O</a:t>
          </a:r>
          <a:r>
            <a:rPr lang="hu-HU" sz="2300" kern="1200" dirty="0">
              <a:latin typeface="Times New Roman"/>
              <a:cs typeface="Times New Roman"/>
            </a:rPr>
            <a:t>SPF</a:t>
          </a:r>
          <a:r>
            <a:rPr lang="en-US" sz="2300" kern="1200" dirty="0">
              <a:latin typeface="Times New Roman"/>
              <a:cs typeface="Times New Roman"/>
            </a:rPr>
            <a:t>v2 </a:t>
          </a:r>
          <a:r>
            <a:rPr lang="en-US" sz="2300" kern="1200" dirty="0" err="1">
              <a:latin typeface="Times New Roman"/>
              <a:cs typeface="Times New Roman"/>
            </a:rPr>
            <a:t>és</a:t>
          </a:r>
          <a:r>
            <a:rPr lang="en-US" sz="2300" kern="1200" dirty="0">
              <a:latin typeface="Times New Roman"/>
              <a:cs typeface="Times New Roman"/>
            </a:rPr>
            <a:t> </a:t>
          </a:r>
          <a:r>
            <a:rPr lang="en-US" sz="2300" kern="1200" dirty="0" err="1">
              <a:latin typeface="Times New Roman"/>
              <a:cs typeface="Times New Roman"/>
            </a:rPr>
            <a:t>statikus</a:t>
          </a:r>
          <a:r>
            <a:rPr lang="en-US" sz="2300" kern="1200" dirty="0">
              <a:latin typeface="Times New Roman"/>
              <a:cs typeface="Times New Roman"/>
            </a:rPr>
            <a:t> </a:t>
          </a:r>
          <a:r>
            <a:rPr lang="en-US" sz="2300" kern="1200" dirty="0" err="1">
              <a:latin typeface="Times New Roman"/>
              <a:cs typeface="Times New Roman"/>
            </a:rPr>
            <a:t>forgalomirányítás</a:t>
          </a:r>
          <a:endParaRPr lang="en-US" sz="2300" kern="1200" dirty="0">
            <a:latin typeface="Times New Roman"/>
            <a:cs typeface="Times New Roman"/>
          </a:endParaRPr>
        </a:p>
      </dsp:txBody>
      <dsp:txXfrm>
        <a:off x="0" y="860587"/>
        <a:ext cx="3950369" cy="34817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70353-D87D-4F5E-81B4-C79FAB590617}">
      <dsp:nvSpPr>
        <dsp:cNvPr id="0" name=""/>
        <dsp:cNvSpPr/>
      </dsp:nvSpPr>
      <dsp:spPr>
        <a:xfrm>
          <a:off x="0" y="27018"/>
          <a:ext cx="5190435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err="1">
              <a:latin typeface="Times New Roman"/>
              <a:cs typeface="Times New Roman"/>
            </a:rPr>
            <a:t>Használt</a:t>
          </a:r>
          <a:r>
            <a:rPr lang="en-US" sz="3200" kern="1200">
              <a:latin typeface="Times New Roman"/>
              <a:cs typeface="Times New Roman"/>
            </a:rPr>
            <a:t> </a:t>
          </a:r>
          <a:r>
            <a:rPr lang="en-US" sz="3200" kern="1200" err="1">
              <a:latin typeface="Times New Roman"/>
              <a:cs typeface="Times New Roman"/>
            </a:rPr>
            <a:t>technológiák</a:t>
          </a:r>
          <a:r>
            <a:rPr lang="en-US" sz="3200" kern="1200">
              <a:latin typeface="Times New Roman"/>
              <a:cs typeface="Times New Roman"/>
            </a:rPr>
            <a:t>:</a:t>
          </a:r>
        </a:p>
      </dsp:txBody>
      <dsp:txXfrm>
        <a:off x="36553" y="63571"/>
        <a:ext cx="5117329" cy="675694"/>
      </dsp:txXfrm>
    </dsp:sp>
    <dsp:sp modelId="{8A56CBD6-ECE3-4826-AA4E-B5D02F34FE43}">
      <dsp:nvSpPr>
        <dsp:cNvPr id="0" name=""/>
        <dsp:cNvSpPr/>
      </dsp:nvSpPr>
      <dsp:spPr>
        <a:xfrm>
          <a:off x="0" y="775818"/>
          <a:ext cx="5190435" cy="344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796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Vlanokra osztás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 err="1"/>
            <a:t>Wifi</a:t>
          </a:r>
          <a:r>
            <a:rPr lang="en-US" sz="2500" kern="1200"/>
            <a:t> </a:t>
          </a:r>
          <a:r>
            <a:rPr lang="en-US" sz="2500" kern="1200" err="1"/>
            <a:t>hálózatok</a:t>
          </a:r>
          <a:r>
            <a:rPr lang="en-US" sz="2500" kern="1200"/>
            <a:t>: Office </a:t>
          </a:r>
          <a:r>
            <a:rPr lang="en-US" sz="2500" kern="1200" err="1"/>
            <a:t>és</a:t>
          </a:r>
          <a:r>
            <a:rPr lang="en-US" sz="2500" kern="1200"/>
            <a:t> Vendég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Dinamikus NAT klienseknek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Corbel" panose="020B0503020204020204"/>
            </a:rPr>
            <a:t>VPN</a:t>
          </a:r>
          <a:r>
            <a:rPr lang="en-US" sz="2500" kern="1200"/>
            <a:t> </a:t>
          </a:r>
          <a:r>
            <a:rPr lang="en-US" sz="2500" kern="1200" err="1"/>
            <a:t>kapcsolat</a:t>
          </a:r>
          <a:r>
            <a:rPr lang="en-US" sz="2500" kern="1200"/>
            <a:t> </a:t>
          </a:r>
          <a:endParaRPr lang="hu-H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PPP kapcsolat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DHCP szerver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Statikus forgalomirányítás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SSH ACL</a:t>
          </a:r>
        </a:p>
      </dsp:txBody>
      <dsp:txXfrm>
        <a:off x="0" y="775818"/>
        <a:ext cx="5190435" cy="3444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ADDE8-4928-461D-A47B-B0121E400324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2D913-C214-4AC4-9F94-80E7C4E1E67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913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HANGSULYOZZZUK KI HOGY EZ EGY KITALALT CEG, </a:t>
            </a:r>
            <a:r>
              <a:rPr lang="hu-HU" dirty="0" err="1"/>
              <a:t>kivitelezo</a:t>
            </a:r>
            <a:r>
              <a:rPr lang="hu-HU" dirty="0"/>
              <a:t> se </a:t>
            </a:r>
            <a:r>
              <a:rPr lang="hu-HU" dirty="0" err="1"/>
              <a:t>valos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2D913-C214-4AC4-9F94-80E7C4E1E67E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116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0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8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4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4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9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7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6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3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86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9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88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35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7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5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>
            <a:normAutofit/>
          </a:bodyPr>
          <a:lstStyle/>
          <a:p>
            <a:pPr algn="l"/>
            <a:r>
              <a:rPr lang="hu-HU" sz="6200">
                <a:latin typeface="Times New Roman"/>
                <a:cs typeface="Times New Roman"/>
              </a:rPr>
              <a:t>Nagytét Kft. Kaszinó hálózati projekt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>
            <a:normAutofit/>
          </a:bodyPr>
          <a:lstStyle/>
          <a:p>
            <a:pPr algn="l"/>
            <a:r>
              <a:rPr lang="hu-HU" dirty="0">
                <a:latin typeface="Times New Roman"/>
                <a:cs typeface="Times New Roman"/>
              </a:rPr>
              <a:t> Csapattagok: </a:t>
            </a:r>
            <a:r>
              <a:rPr lang="hu-HU" dirty="0" err="1">
                <a:latin typeface="Times New Roman"/>
                <a:cs typeface="Times New Roman"/>
              </a:rPr>
              <a:t>Mihó</a:t>
            </a:r>
            <a:r>
              <a:rPr lang="hu-HU" dirty="0">
                <a:latin typeface="Times New Roman"/>
                <a:cs typeface="Times New Roman"/>
              </a:rPr>
              <a:t> André Dominik, Péter Dávid, Varga Szilárd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AE98906-15E8-787B-711D-4E40F649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Kik </a:t>
            </a:r>
            <a:r>
              <a:rPr lang="en-US" err="1">
                <a:latin typeface="Times New Roman"/>
                <a:cs typeface="Times New Roman"/>
              </a:rPr>
              <a:t>vagyunk</a:t>
            </a:r>
            <a:r>
              <a:rPr lang="en-US">
                <a:latin typeface="Times New Roman"/>
                <a:cs typeface="Times New Roman"/>
              </a:rPr>
              <a:t> mi?</a:t>
            </a:r>
            <a:br>
              <a:rPr lang="en-US">
                <a:latin typeface="Times New Roman"/>
                <a:cs typeface="Times New Roman"/>
              </a:rPr>
            </a:br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2DAC29F-29E7-8309-2F98-0826A085C9BF}"/>
              </a:ext>
            </a:extLst>
          </p:cNvPr>
          <p:cNvSpPr txBox="1"/>
          <p:nvPr/>
        </p:nvSpPr>
        <p:spPr>
          <a:xfrm>
            <a:off x="1018190" y="2185735"/>
            <a:ext cx="7243603" cy="27191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>
                <a:latin typeface="Times New Roman"/>
                <a:cs typeface="Times New Roman"/>
              </a:rPr>
              <a:t>Hálózati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rendszerek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tervezése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és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kiépítése</a:t>
            </a:r>
            <a:endParaRPr lang="en-US" sz="2400" dirty="0">
              <a:latin typeface="Times New Roman"/>
              <a:cs typeface="Times New Roman"/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>
                <a:latin typeface="Times New Roman"/>
                <a:cs typeface="Times New Roman"/>
              </a:rPr>
              <a:t>Szakértelem</a:t>
            </a:r>
            <a:r>
              <a:rPr lang="en-US" sz="2400" dirty="0">
                <a:latin typeface="Times New Roman"/>
                <a:cs typeface="Times New Roman"/>
              </a:rPr>
              <a:t>: Cisco CCNA 1, 2, 3 </a:t>
            </a:r>
            <a:r>
              <a:rPr lang="hu-HU" sz="2400" dirty="0">
                <a:latin typeface="Times New Roman"/>
                <a:cs typeface="Times New Roman"/>
              </a:rPr>
              <a:t>ismeretek</a:t>
            </a:r>
            <a:endParaRPr lang="en-US" sz="2400" dirty="0">
              <a:latin typeface="Times New Roman"/>
              <a:cs typeface="Times New Roman"/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 err="1">
                <a:latin typeface="Times New Roman"/>
                <a:cs typeface="Times New Roman"/>
              </a:rPr>
              <a:t>Eszközpark</a:t>
            </a:r>
            <a:r>
              <a:rPr lang="en-US" sz="2400" dirty="0">
                <a:latin typeface="Times New Roman"/>
                <a:cs typeface="Times New Roman"/>
              </a:rPr>
              <a:t>: Cisco </a:t>
            </a:r>
            <a:r>
              <a:rPr lang="en-US" sz="2400" dirty="0" err="1">
                <a:latin typeface="Times New Roman"/>
                <a:cs typeface="Times New Roman"/>
              </a:rPr>
              <a:t>hálózati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technológiák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magabiztos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alkalmazása</a:t>
            </a:r>
            <a:endParaRPr lang="en-US" sz="2400" dirty="0">
              <a:latin typeface="Times New Roman"/>
              <a:cs typeface="Times New Roman"/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dirty="0"/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38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0C228-B26B-9E90-A440-61FF47AD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64ACAE9-5EDF-797C-E9C6-FB50F44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800">
                <a:latin typeface="Times New Roman"/>
                <a:cs typeface="Times New Roman"/>
              </a:rPr>
              <a:t>Projekt </a:t>
            </a:r>
            <a:r>
              <a:rPr lang="en-US" sz="2800" err="1">
                <a:latin typeface="Times New Roman"/>
                <a:cs typeface="Times New Roman"/>
              </a:rPr>
              <a:t>bemutatása</a:t>
            </a:r>
            <a:br>
              <a:rPr lang="en-US" sz="2800">
                <a:latin typeface="Times New Roman"/>
                <a:cs typeface="Times New Roman"/>
              </a:rPr>
            </a:br>
            <a:endParaRPr lang="en-US" sz="2800">
              <a:latin typeface="Times New Roman"/>
              <a:cs typeface="Times New Roman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Szövegdoboz 6">
            <a:extLst>
              <a:ext uri="{FF2B5EF4-FFF2-40B4-BE49-F238E27FC236}">
                <a16:creationId xmlns:a16="http://schemas.microsoft.com/office/drawing/2014/main" id="{9B251636-C0B0-3693-34DE-0079228DF8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601336"/>
              </p:ext>
            </p:extLst>
          </p:nvPr>
        </p:nvGraphicFramePr>
        <p:xfrm>
          <a:off x="5007932" y="1261873"/>
          <a:ext cx="5951013" cy="4449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3793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A0604A0-3F7B-A83B-64D8-7623EE68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60" y="306102"/>
            <a:ext cx="8174971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err="1">
                <a:latin typeface="Times New Roman"/>
                <a:cs typeface="Times New Roman"/>
              </a:rPr>
              <a:t>Kaszinó</a:t>
            </a:r>
            <a:r>
              <a:rPr lang="en-US" sz="6200">
                <a:latin typeface="Times New Roman"/>
                <a:cs typeface="Times New Roman"/>
              </a:rPr>
              <a:t> 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latin typeface="Times New Roman"/>
              <a:cs typeface="Times New Roman"/>
            </a:endParaRPr>
          </a:p>
        </p:txBody>
      </p:sp>
      <p:graphicFrame>
        <p:nvGraphicFramePr>
          <p:cNvPr id="26" name="Szövegdoboz 3">
            <a:extLst>
              <a:ext uri="{FF2B5EF4-FFF2-40B4-BE49-F238E27FC236}">
                <a16:creationId xmlns:a16="http://schemas.microsoft.com/office/drawing/2014/main" id="{D6E4238C-1CBD-A609-A27A-BBB1016866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026793"/>
              </p:ext>
            </p:extLst>
          </p:nvPr>
        </p:nvGraphicFramePr>
        <p:xfrm>
          <a:off x="431494" y="1714303"/>
          <a:ext cx="6096000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Kép 26" descr="A képen szöveg, diagram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8B953698-2DA2-CA5D-D753-1BF2E4AB8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050" y="1713353"/>
            <a:ext cx="5489274" cy="424775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92457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6" name="Cím 1">
            <a:extLst>
              <a:ext uri="{FF2B5EF4-FFF2-40B4-BE49-F238E27FC236}">
                <a16:creationId xmlns:a16="http://schemas.microsoft.com/office/drawing/2014/main" id="{94645C8A-402B-103F-B1C1-29F48851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9" y="333645"/>
            <a:ext cx="5989959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err="1">
                <a:latin typeface="Times New Roman"/>
                <a:cs typeface="Times New Roman"/>
              </a:rPr>
              <a:t>Kaszinó</a:t>
            </a:r>
            <a:r>
              <a:rPr lang="en-US" sz="6200">
                <a:latin typeface="Times New Roman"/>
                <a:cs typeface="Times New Roman"/>
              </a:rPr>
              <a:t> 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latin typeface="Times New Roman"/>
              <a:cs typeface="Times New Roman"/>
            </a:endParaRPr>
          </a:p>
        </p:txBody>
      </p:sp>
      <p:pic>
        <p:nvPicPr>
          <p:cNvPr id="5" name="Kép 4" descr="A képen képernyőkép, szöveg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94EDCB24-F0AE-1BAE-DDF8-75C0E84CD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344" y="1809522"/>
            <a:ext cx="7729311" cy="483552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01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AA721-4A24-B28E-E1D1-C342BB03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F8CF203-1A3D-8747-5AAB-CB88C755B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BFE9370-8662-6A78-AA26-7AB67E0BA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82F248A-9E32-73B1-0BF2-E22319CB6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929FA56-C620-6160-571F-85A3FB85A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7C8CF538-7226-4148-E52D-778867FED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2B7592F-B41E-1DE8-D7F9-B599E4C82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077470E-D5B6-404A-D897-009F25461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B76837D-68A0-F64A-4D8B-D2BD96576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9ABBFF-B1BE-EAD2-37E4-FBA35AB5E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425C7D84-C4A3-66FC-A0AD-8B9E4762F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825DB92E-53A1-C2EF-7D03-8E2C7DE39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8BEEE26-6138-D761-7CE1-094D3F226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0A8F5D6-26B4-AE8B-FD9E-37250BD7B3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9891B4C8-D942-C3CA-FDCD-BE275F1B4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644139F6-4B64-5B26-7E46-9D6A4411A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C676764-8474-E814-DF4F-DF692DE48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13" y="383266"/>
            <a:ext cx="8174971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Backoffice 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26" name="Szövegdoboz 3">
            <a:extLst>
              <a:ext uri="{FF2B5EF4-FFF2-40B4-BE49-F238E27FC236}">
                <a16:creationId xmlns:a16="http://schemas.microsoft.com/office/drawing/2014/main" id="{3497947D-E411-0BE1-60A7-75D72BB1C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830245"/>
              </p:ext>
            </p:extLst>
          </p:nvPr>
        </p:nvGraphicFramePr>
        <p:xfrm>
          <a:off x="430478" y="1828512"/>
          <a:ext cx="6096000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2" name="Kép 61" descr="A képen diagram, térkép, sor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36584EF0-D08C-ADBC-79A7-5DAA68C7B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207" y="1831224"/>
            <a:ext cx="5475912" cy="474244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98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17487-163A-1317-5F2B-4AC1E2C7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EFD876C-7C9F-FB72-22A8-A10F6A32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88398E6-8C3F-273B-7F34-081CA08B3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2BA4B0-4ADE-4EFD-F55E-597196BFD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89AF475-FBF6-4B14-16DB-99996F87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E375D209-2808-FAE3-DBF1-F9C94F946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11285ED-96F8-CDFE-2CAF-A885E8AB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F2E2154-7F74-F436-DF64-D477B3571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CFD5DAA-F0D5-70AD-F91F-23261CE1E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90A146-9731-596D-D036-978CB6D47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DBDAEF2-8D02-5DBF-8888-697C65EA8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418336C-AE78-54DB-3858-6C4C000C96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8EEC9375-ECAF-7B47-435E-58D64B38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D7FE9A76-159A-50C3-7B8E-99CA7E6D8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B1E3BE7-DE96-017F-077C-1F15EBCC8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1A1FD9F6-294F-3E50-2ADD-6DA6DA40F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3420F63-9275-93D3-14BE-F179D9939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13" y="383266"/>
            <a:ext cx="8174971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Backoffice 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79" name="Kép 78" descr="A képen diagram, térkép, sor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A6C927B4-6E88-2B4A-B18C-BABD9A49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40" y="1813806"/>
            <a:ext cx="5430662" cy="4697942"/>
          </a:xfrm>
          <a:prstGeom prst="roundRect">
            <a:avLst/>
          </a:prstGeom>
        </p:spPr>
      </p:pic>
      <p:graphicFrame>
        <p:nvGraphicFramePr>
          <p:cNvPr id="351" name="Szövegdoboz 3">
            <a:extLst>
              <a:ext uri="{FF2B5EF4-FFF2-40B4-BE49-F238E27FC236}">
                <a16:creationId xmlns:a16="http://schemas.microsoft.com/office/drawing/2014/main" id="{8ED69735-2887-849C-E202-2400E14EE9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2907182"/>
              </p:ext>
            </p:extLst>
          </p:nvPr>
        </p:nvGraphicFramePr>
        <p:xfrm>
          <a:off x="309000" y="1817469"/>
          <a:ext cx="6217479" cy="4346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1682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AE638-3124-B872-476B-6B05C0D00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D0E153-ED05-B481-D98D-7D8B76B4D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6F5CC7-B7A9-55E1-695C-F7C0CC86E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D44F45F-7D78-D879-8C99-B8F485163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522AB54-018A-6A37-BFC3-4649791A2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44004E-0F05-45D3-A9B9-B7ED2C3A5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48563CB-966D-2BDD-C140-A209F755AC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8C984DE-A001-592F-6FAA-29FFD2C75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DC2F62C-3793-5106-2879-86D4402FF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6" name="Cím 1">
            <a:extLst>
              <a:ext uri="{FF2B5EF4-FFF2-40B4-BE49-F238E27FC236}">
                <a16:creationId xmlns:a16="http://schemas.microsoft.com/office/drawing/2014/main" id="{564BD04B-6A58-54CC-46C5-DAAFD96F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906" y="303165"/>
            <a:ext cx="8670729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Backoffice 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</a:p>
        </p:txBody>
      </p:sp>
      <p:pic>
        <p:nvPicPr>
          <p:cNvPr id="2" name="Kép 1" descr="A képen szöveg, képernyőkép, térkép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8E3BDCA2-A240-7E31-2051-B9DE4E3C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985" y="1713592"/>
            <a:ext cx="7522029" cy="4991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54805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0673B-7B3C-504C-D1A6-5227158C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AF0C091-5B67-3F04-68E6-BFF8A52AF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DD1088-DEE8-5EC3-36AC-9A7A1936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54B86E8-3F3B-40F7-B7B4-D4C4493BB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EAB2401-008C-E541-C97B-3C393AD7E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96A7004-05FB-0418-5984-2348D4182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B0AEA98-C32E-7802-D9FE-DC0B88A7E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C3B95871-334C-31D2-39B2-8620CEBAD0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BE6EB8-8F11-8C7F-7528-4DF0E34F2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8BC3BA-2197-65F5-A6E9-A28719E03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33AEAC7-6F99-FFD9-4043-4FC899C94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E8EE1E3-477D-2300-B5EA-D4EA9F43B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B3603B7A-35C5-1EEA-4691-436C83E84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54BA9F97-C1DD-E5D0-B390-041BDBEE9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5134A99B-11FD-D4BB-9CA3-3478E615D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659BC8B9-6F78-4F5E-8ECB-858F4FC30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EC74B09-C945-E717-F1AE-D01A0847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19" y="540216"/>
            <a:ext cx="8174971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ISP </a:t>
            </a:r>
            <a:r>
              <a:rPr lang="en-US" sz="6200" err="1">
                <a:latin typeface="Times New Roman"/>
                <a:cs typeface="Times New Roman"/>
              </a:rPr>
              <a:t>Internetszolgáltató</a:t>
            </a:r>
            <a:endParaRPr lang="en-US" sz="6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pic>
        <p:nvPicPr>
          <p:cNvPr id="5" name="Kép 4" descr="A képen sor, diagram, lejtő látható&#10;&#10;Lehet, hogy az AI által létrehozott tartalom helytelen.">
            <a:extLst>
              <a:ext uri="{FF2B5EF4-FFF2-40B4-BE49-F238E27FC236}">
                <a16:creationId xmlns:a16="http://schemas.microsoft.com/office/drawing/2014/main" id="{B0E34855-5896-D495-BB9E-FD61FE5A2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031" y="2113051"/>
            <a:ext cx="7519737" cy="3450883"/>
          </a:xfrm>
          <a:prstGeom prst="roundRect">
            <a:avLst/>
          </a:prstGeom>
        </p:spPr>
      </p:pic>
      <p:graphicFrame>
        <p:nvGraphicFramePr>
          <p:cNvPr id="26" name="Szövegdoboz 3">
            <a:extLst>
              <a:ext uri="{FF2B5EF4-FFF2-40B4-BE49-F238E27FC236}">
                <a16:creationId xmlns:a16="http://schemas.microsoft.com/office/drawing/2014/main" id="{DE9D1398-3E07-7847-7609-EDBC1606A3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389180"/>
              </p:ext>
            </p:extLst>
          </p:nvPr>
        </p:nvGraphicFramePr>
        <p:xfrm>
          <a:off x="278391" y="1935794"/>
          <a:ext cx="3950369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828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ED6B4-A4C2-A620-D905-7BB8E582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1DD274-2743-F0C4-3989-5F4BCA21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907A6F-9F22-CAC9-ACB7-AEB1738AA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CFF16C9-ABD1-1934-7A0D-10736B0E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9D27699F-3B74-7199-54C3-17302DFF4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A542A9B-A392-D310-AA12-6797F58E2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84B3B9F-ECE6-6332-AA3A-6063E14C0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D778D8-17D5-3180-12A8-E1E74101C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B8AE955-04D6-DC88-9F5E-C2CACFD00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6" name="Cím 1">
            <a:extLst>
              <a:ext uri="{FF2B5EF4-FFF2-40B4-BE49-F238E27FC236}">
                <a16:creationId xmlns:a16="http://schemas.microsoft.com/office/drawing/2014/main" id="{1E468335-7004-9480-B2E2-9599A4A3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687" y="313593"/>
            <a:ext cx="8900247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ISP </a:t>
            </a:r>
            <a:r>
              <a:rPr lang="en-US" sz="6200" err="1">
                <a:latin typeface="Times New Roman"/>
                <a:cs typeface="Times New Roman"/>
              </a:rPr>
              <a:t>Internetszolgáltató</a:t>
            </a:r>
            <a:endParaRPr lang="hu-HU" err="1"/>
          </a:p>
        </p:txBody>
      </p:sp>
      <p:pic>
        <p:nvPicPr>
          <p:cNvPr id="2" name="Kép 1" descr="A képen képernyőkép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98077F3-EB56-DB5F-1CD3-737BD53F1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714273"/>
            <a:ext cx="6781800" cy="477202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75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8C639735-1AAA-3CAB-6A04-1FA52790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78" y="511098"/>
            <a:ext cx="8174971" cy="99986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Bank 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latin typeface="Times New Roman"/>
              <a:cs typeface="Times New Roman"/>
            </a:endParaRPr>
          </a:p>
        </p:txBody>
      </p:sp>
      <p:pic>
        <p:nvPicPr>
          <p:cNvPr id="3" name="Kép 2" descr="A képen szöveg, diagram, sor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B057D9C7-259A-B7D6-C11A-008A9445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444" y="1713824"/>
            <a:ext cx="6138717" cy="4797988"/>
          </a:xfrm>
          <a:prstGeom prst="roundRect">
            <a:avLst/>
          </a:prstGeom>
        </p:spPr>
      </p:pic>
      <p:graphicFrame>
        <p:nvGraphicFramePr>
          <p:cNvPr id="5" name="Szövegdoboz 3">
            <a:extLst>
              <a:ext uri="{FF2B5EF4-FFF2-40B4-BE49-F238E27FC236}">
                <a16:creationId xmlns:a16="http://schemas.microsoft.com/office/drawing/2014/main" id="{C396A6CF-AFFF-C4FA-87FB-98D19B67A8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227788"/>
              </p:ext>
            </p:extLst>
          </p:nvPr>
        </p:nvGraphicFramePr>
        <p:xfrm>
          <a:off x="220652" y="1994164"/>
          <a:ext cx="5190435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6693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C6BE6-4DCC-B61F-4CE3-B6408500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A58E9E-E979-4B97-6E31-F8D82B193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42A5BA-6DBE-EC87-8B92-01B215439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826D798-E915-5445-2FAE-D45F8DEC8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77481C70-4F44-FAD2-3E73-A8B340DFE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FC7FCF-20B1-EAD1-7573-B828576FF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BC49B7B-086B-5885-304A-A70B27A0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5C415E4-C248-6E9A-8DFA-9FA3B60BE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A15B9D4-BE88-4886-C3D0-0351789B3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6" name="Cím 1">
            <a:extLst>
              <a:ext uri="{FF2B5EF4-FFF2-40B4-BE49-F238E27FC236}">
                <a16:creationId xmlns:a16="http://schemas.microsoft.com/office/drawing/2014/main" id="{0C36C8B6-5B22-FF19-892D-76D36620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434" y="264129"/>
            <a:ext cx="5989959" cy="11743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Bank </a:t>
            </a:r>
            <a:r>
              <a:rPr lang="en-US" sz="6200" err="1">
                <a:latin typeface="Times New Roman"/>
                <a:cs typeface="Times New Roman"/>
              </a:rPr>
              <a:t>telephely</a:t>
            </a:r>
            <a:endParaRPr lang="en-US" sz="6200">
              <a:latin typeface="Times New Roman"/>
              <a:cs typeface="Times New Roman"/>
            </a:endParaRPr>
          </a:p>
        </p:txBody>
      </p:sp>
      <p:pic>
        <p:nvPicPr>
          <p:cNvPr id="2" name="Kép 1" descr="A képen képernyőkép, Városépítészet látható&#10;&#10;Lehet, hogy az AI által létrehozott tartalom helytelen.">
            <a:extLst>
              <a:ext uri="{FF2B5EF4-FFF2-40B4-BE49-F238E27FC236}">
                <a16:creationId xmlns:a16="http://schemas.microsoft.com/office/drawing/2014/main" id="{C2E9AEA8-172D-F001-F429-0D018111F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21" y="1710644"/>
            <a:ext cx="7462158" cy="48881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30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831CE3B-88EB-FE0B-06D4-B1FB1543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293" y="853925"/>
            <a:ext cx="4713046" cy="10800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err="1">
                <a:latin typeface="Times New Roman"/>
                <a:cs typeface="Times New Roman"/>
              </a:rPr>
              <a:t>Teljes</a:t>
            </a:r>
            <a:r>
              <a:rPr lang="en-US" sz="6200">
                <a:latin typeface="Times New Roman"/>
                <a:cs typeface="Times New Roman"/>
              </a:rPr>
              <a:t> </a:t>
            </a:r>
            <a:r>
              <a:rPr lang="en-US" sz="6200" err="1">
                <a:latin typeface="Times New Roman"/>
                <a:cs typeface="Times New Roman"/>
              </a:rPr>
              <a:t>Hálózat</a:t>
            </a:r>
            <a:endParaRPr lang="en-US" sz="6200">
              <a:latin typeface="Times New Roman"/>
              <a:cs typeface="Times New Roman"/>
            </a:endParaRPr>
          </a:p>
        </p:txBody>
      </p:sp>
      <p:pic>
        <p:nvPicPr>
          <p:cNvPr id="3" name="Kép 2" descr="A képen diagram, szöveg, sor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1751C48E-6F60-F0FE-70F0-F945AC548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21" y="2257308"/>
            <a:ext cx="9956132" cy="348638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02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EF147-37E8-57C0-26EB-A6274804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C912D48-0397-E6F9-9FE5-BB9BAA86C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E22A6023-FABB-6C6A-51EA-7ADF399BA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8176558-C9DA-D0B1-5DFF-515B5FD35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ACB4D17-9E66-570C-2075-5EB287795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EF051FB-DE1F-BA9D-4333-C4C703E4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B7EDF842-0BC0-86C8-8150-63647EB8D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EA48153-D9CF-FE30-6B7A-F8AD64A53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2DA10F-E23A-DD6D-9438-8543751B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345771-4CB0-07B8-89B2-5AC731593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6D73122-F5FC-39C6-9A27-C9E277350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5FD39737-C3DE-D89F-15DD-C6431687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778B913-280D-B2B7-DBB7-DA2E52F9C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F590532-76C4-D296-46FA-03DCA478E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34056091-AA06-AA24-4B04-9BD438BD4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2A9D6BC3-5029-DF4A-4A37-C7C0FF398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B1667B4-B8CD-AF35-DB90-DD2D5ADD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293" y="853925"/>
            <a:ext cx="4713046" cy="10800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err="1">
                <a:latin typeface="Times New Roman"/>
                <a:cs typeface="Times New Roman"/>
              </a:rPr>
              <a:t>Teljes</a:t>
            </a:r>
            <a:r>
              <a:rPr lang="en-US" sz="6200">
                <a:latin typeface="Times New Roman"/>
                <a:cs typeface="Times New Roman"/>
              </a:rPr>
              <a:t> </a:t>
            </a:r>
            <a:r>
              <a:rPr lang="en-US" sz="6200" err="1">
                <a:latin typeface="Times New Roman"/>
                <a:cs typeface="Times New Roman"/>
              </a:rPr>
              <a:t>Hálózat</a:t>
            </a:r>
            <a:endParaRPr lang="en-US" sz="6200">
              <a:latin typeface="Times New Roman"/>
              <a:cs typeface="Times New Roman"/>
            </a:endParaRPr>
          </a:p>
        </p:txBody>
      </p:sp>
      <p:pic>
        <p:nvPicPr>
          <p:cNvPr id="15" name="Kép 14" descr="A képen szöveg, térkép, diagram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1ED1ED6C-99EC-3264-09E7-14798E2B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49" y="2142621"/>
            <a:ext cx="7440105" cy="431931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4670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8A520-3BE0-4C9C-F178-7EE1950D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C672A6-90AD-5BF0-D978-AD46F12A3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E57639F-44F9-296A-00C1-AACEA3347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F76384F-656E-4C12-EEBC-58E1B5031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AB920C0-5BD0-0484-A56B-98EB8AB2A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CECC27DD-0534-28AF-6462-5B43911D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1F1B24A-E9C2-6C66-0E3C-F8DF6FC2E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3C99452-ED6A-4CE1-0290-FCE2F98BF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5B3C4E-2A84-19C8-84C9-725DC808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FE750E-A1DD-49FB-CEEC-30264D486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A7E44021-2F6D-44DE-84FB-E03FD387F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3B81151-F921-8D54-E3AF-A62699684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D791C5A-DD85-FAD2-D74F-4165F0592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A6AFDE0A-A051-B2A5-869F-AEB5EB468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9474AA33-F723-C648-138E-EC18F0D4D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6FD302A-9F7B-A6A6-71DB-65380E6835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0D7D7186-3186-B02B-E0EF-BAA2753E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19" y="228084"/>
            <a:ext cx="10950155" cy="31917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dirty="0" err="1">
                <a:latin typeface="Times New Roman"/>
                <a:cs typeface="Times New Roman"/>
              </a:rPr>
              <a:t>Problémák</a:t>
            </a:r>
            <a:r>
              <a:rPr lang="en-US" sz="6200" dirty="0">
                <a:latin typeface="Times New Roman"/>
                <a:cs typeface="Times New Roman"/>
              </a:rPr>
              <a:t> a </a:t>
            </a:r>
            <a:r>
              <a:rPr lang="en-US" sz="6200" dirty="0" err="1">
                <a:latin typeface="Times New Roman"/>
                <a:cs typeface="Times New Roman"/>
              </a:rPr>
              <a:t>megvalósítás</a:t>
            </a:r>
            <a:r>
              <a:rPr lang="en-US" sz="6200" dirty="0">
                <a:latin typeface="Times New Roman"/>
                <a:cs typeface="Times New Roman"/>
              </a:rPr>
              <a:t> </a:t>
            </a:r>
            <a:r>
              <a:rPr lang="en-US" sz="6200" dirty="0" err="1">
                <a:latin typeface="Times New Roman"/>
                <a:cs typeface="Times New Roman"/>
              </a:rPr>
              <a:t>közbe</a:t>
            </a:r>
            <a:r>
              <a:rPr lang="hu-HU" sz="6200" dirty="0">
                <a:latin typeface="Times New Roman"/>
                <a:cs typeface="Times New Roman"/>
              </a:rPr>
              <a:t>n</a:t>
            </a:r>
            <a:br>
              <a:rPr lang="en-US" sz="6200" dirty="0"/>
            </a:br>
            <a:br>
              <a:rPr lang="en-US" sz="6200" dirty="0"/>
            </a:br>
            <a:endParaRPr lang="en-US" sz="62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3181B48-0315-05B6-D90D-56E61BCE7A86}"/>
              </a:ext>
            </a:extLst>
          </p:cNvPr>
          <p:cNvSpPr txBox="1"/>
          <p:nvPr/>
        </p:nvSpPr>
        <p:spPr>
          <a:xfrm>
            <a:off x="425615" y="1744324"/>
            <a:ext cx="842152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u-HU" sz="2800" dirty="0">
                <a:latin typeface="Times New Roman"/>
                <a:cs typeface="Times New Roman"/>
              </a:rPr>
              <a:t>Hálózatbiztonság miatti </a:t>
            </a:r>
            <a:r>
              <a:rPr lang="hu-HU" sz="2800" dirty="0" err="1">
                <a:latin typeface="Times New Roman"/>
                <a:cs typeface="Times New Roman"/>
              </a:rPr>
              <a:t>újratervezések</a:t>
            </a:r>
            <a:endParaRPr lang="hu-HU" sz="2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hu-HU" sz="2800" dirty="0">
                <a:latin typeface="Times New Roman"/>
                <a:cs typeface="Times New Roman"/>
              </a:rPr>
              <a:t>HSRP-VPN</a:t>
            </a:r>
          </a:p>
          <a:p>
            <a:pPr marL="285750" indent="-285750">
              <a:buFont typeface="Arial"/>
              <a:buChar char="•"/>
            </a:pPr>
            <a:r>
              <a:rPr lang="hu-HU" sz="2800" dirty="0">
                <a:latin typeface="Times New Roman"/>
                <a:cs typeface="Times New Roman"/>
              </a:rPr>
              <a:t>WLC vezérlő</a:t>
            </a:r>
          </a:p>
          <a:p>
            <a:pPr marL="285750" indent="-285750">
              <a:buFont typeface="Arial"/>
              <a:buChar char="•"/>
            </a:pPr>
            <a:r>
              <a:rPr lang="hu-HU" sz="2800" dirty="0">
                <a:latin typeface="Times New Roman"/>
                <a:cs typeface="Times New Roman"/>
              </a:rPr>
              <a:t>DNS szerver</a:t>
            </a:r>
          </a:p>
        </p:txBody>
      </p:sp>
    </p:spTree>
    <p:extLst>
      <p:ext uri="{BB962C8B-B14F-4D97-AF65-F5344CB8AC3E}">
        <p14:creationId xmlns:p14="http://schemas.microsoft.com/office/powerpoint/2010/main" val="100775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EB4A7215-9090-CFFA-AB7D-D8E3A97CA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80" y="854048"/>
            <a:ext cx="3823550" cy="10901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 err="1"/>
              <a:t>Kérdések</a:t>
            </a:r>
          </a:p>
        </p:txBody>
      </p:sp>
    </p:spTree>
    <p:extLst>
      <p:ext uri="{BB962C8B-B14F-4D97-AF65-F5344CB8AC3E}">
        <p14:creationId xmlns:p14="http://schemas.microsoft.com/office/powerpoint/2010/main" val="2217803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8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8" name="Rectangle 36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38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0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2A8D6D0-8EBC-0416-1357-61222A7E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442" y="2492298"/>
            <a:ext cx="8174971" cy="13291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200">
                <a:latin typeface="Times New Roman"/>
                <a:cs typeface="Times New Roman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4016844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Szélesvásznú</PresentationFormat>
  <Paragraphs>69</Paragraphs>
  <Slides>17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Times New Roman</vt:lpstr>
      <vt:lpstr>Parallax</vt:lpstr>
      <vt:lpstr>Nagytét Kft. Kaszinó hálózati projekt</vt:lpstr>
      <vt:lpstr>Kik vagyunk mi? </vt:lpstr>
      <vt:lpstr>Projekt bemutatása </vt:lpstr>
      <vt:lpstr>Kaszinó telephely</vt:lpstr>
      <vt:lpstr>Kaszinó telephely</vt:lpstr>
      <vt:lpstr>Backoffice telephely</vt:lpstr>
      <vt:lpstr>Backoffice telephely</vt:lpstr>
      <vt:lpstr>Backoffice telephely</vt:lpstr>
      <vt:lpstr>ISP Internetszolgáltató</vt:lpstr>
      <vt:lpstr>ISP Internetszolgáltató</vt:lpstr>
      <vt:lpstr>Bank telephely</vt:lpstr>
      <vt:lpstr>Bank telephely</vt:lpstr>
      <vt:lpstr>Teljes Hálózat</vt:lpstr>
      <vt:lpstr>Teljes Hálózat</vt:lpstr>
      <vt:lpstr>Problémák a megvalósítás közben  </vt:lpstr>
      <vt:lpstr>Kérdések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Nagytét Kft. Kaszinó hálózati projekt</dc:title>
  <dc:creator/>
  <cp:lastModifiedBy>TÜRR</cp:lastModifiedBy>
  <cp:revision>129</cp:revision>
  <dcterms:created xsi:type="dcterms:W3CDTF">2026-04-26T13:25:17Z</dcterms:created>
  <dcterms:modified xsi:type="dcterms:W3CDTF">2026-04-28T06:37:51Z</dcterms:modified>
</cp:coreProperties>
</file>